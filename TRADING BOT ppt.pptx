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30"/>
  </p:notesMasterIdLst>
  <p:sldIdLst>
    <p:sldId id="256" r:id="rId2"/>
    <p:sldId id="312" r:id="rId3"/>
    <p:sldId id="257" r:id="rId4"/>
    <p:sldId id="277" r:id="rId5"/>
    <p:sldId id="260" r:id="rId6"/>
    <p:sldId id="265" r:id="rId7"/>
    <p:sldId id="266" r:id="rId8"/>
    <p:sldId id="297" r:id="rId9"/>
    <p:sldId id="258" r:id="rId10"/>
    <p:sldId id="269" r:id="rId11"/>
    <p:sldId id="259" r:id="rId12"/>
    <p:sldId id="309" r:id="rId13"/>
    <p:sldId id="306" r:id="rId14"/>
    <p:sldId id="308" r:id="rId15"/>
    <p:sldId id="307" r:id="rId16"/>
    <p:sldId id="304" r:id="rId17"/>
    <p:sldId id="303" r:id="rId18"/>
    <p:sldId id="305" r:id="rId19"/>
    <p:sldId id="310" r:id="rId20"/>
    <p:sldId id="267" r:id="rId21"/>
    <p:sldId id="311" r:id="rId22"/>
    <p:sldId id="299" r:id="rId23"/>
    <p:sldId id="300" r:id="rId24"/>
    <p:sldId id="301" r:id="rId25"/>
    <p:sldId id="298" r:id="rId26"/>
    <p:sldId id="272" r:id="rId27"/>
    <p:sldId id="302" r:id="rId28"/>
    <p:sldId id="275" r:id="rId29"/>
  </p:sldIdLst>
  <p:sldSz cx="9144000" cy="5143500" type="screen16x9"/>
  <p:notesSz cx="6858000" cy="9144000"/>
  <p:embeddedFontLst>
    <p:embeddedFont>
      <p:font typeface="Anaheim" panose="020B0604020202020204" charset="0"/>
      <p:regular r:id="rId31"/>
      <p:bold r:id="rId32"/>
    </p:embeddedFont>
    <p:embeddedFont>
      <p:font typeface="Heebo" pitchFamily="2" charset="-79"/>
      <p:regular r:id="rId33"/>
      <p:bold r:id="rId34"/>
    </p:embeddedFont>
    <p:embeddedFont>
      <p:font typeface="Inter Tight Light" panose="020B0604020202020204" charset="0"/>
      <p:regular r:id="rId35"/>
      <p:bold r:id="rId36"/>
      <p:italic r:id="rId37"/>
      <p:boldItalic r:id="rId38"/>
    </p:embeddedFont>
    <p:embeddedFont>
      <p:font typeface="Inter Tight SemiBold" panose="020B0604020202020204" charset="0"/>
      <p:regular r:id="rId39"/>
      <p:bold r:id="rId40"/>
      <p:italic r:id="rId41"/>
      <p:boldItalic r:id="rId42"/>
    </p:embeddedFont>
    <p:embeddedFont>
      <p:font typeface="Nunito Light" pitchFamily="2" charset="0"/>
      <p:regular r:id="rId43"/>
      <p:italic r:id="rId44"/>
    </p:embeddedFont>
    <p:embeddedFont>
      <p:font typeface="PT Sans" panose="020B0503020203020204" pitchFamily="34" charset="0"/>
      <p:regular r:id="rId45"/>
      <p:bold r:id="rId46"/>
      <p:italic r:id="rId47"/>
      <p:boldItalic r:id="rId48"/>
    </p:embeddedFont>
    <p:embeddedFont>
      <p:font typeface="Raleway" pitchFamily="2"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BC624EE-D95E-4125-89CE-BB394A0EA94C}">
  <a:tblStyle styleId="{4BC624EE-D95E-4125-89CE-BB394A0EA94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E8C4C46-0992-4D86-953E-D1EE7874ECE3}"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7" autoAdjust="0"/>
    <p:restoredTop sz="94660"/>
  </p:normalViewPr>
  <p:slideViewPr>
    <p:cSldViewPr snapToGrid="0">
      <p:cViewPr varScale="1">
        <p:scale>
          <a:sx n="109" d="100"/>
          <a:sy n="109" d="100"/>
        </p:scale>
        <p:origin x="869"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font" Target="fonts/font20.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font" Target="fonts/font2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2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1.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font" Target="fonts/font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8c0408aca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28c0408aca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24fcf2ce8e2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4" name="Google Shape;824;g24fcf2ce8e2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54dda1946d_4_27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7" name="Google Shape;417;g54dda1946d_4_2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4fcf2ce8e2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24fcf2ce8e2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2517220450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2517220450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708191" y="-2032261"/>
            <a:ext cx="7315926" cy="10949501"/>
            <a:chOff x="-1708191" y="-2032261"/>
            <a:chExt cx="7315926" cy="10949501"/>
          </a:xfrm>
        </p:grpSpPr>
        <p:pic>
          <p:nvPicPr>
            <p:cNvPr id="10" name="Google Shape;10;p2"/>
            <p:cNvPicPr preferRelativeResize="0"/>
            <p:nvPr/>
          </p:nvPicPr>
          <p:blipFill>
            <a:blip r:embed="rId2">
              <a:alphaModFix/>
            </a:blip>
            <a:stretch>
              <a:fillRect/>
            </a:stretch>
          </p:blipFill>
          <p:spPr>
            <a:xfrm>
              <a:off x="-1708191" y="-2032261"/>
              <a:ext cx="5457352" cy="5143501"/>
            </a:xfrm>
            <a:prstGeom prst="rect">
              <a:avLst/>
            </a:prstGeom>
            <a:noFill/>
            <a:ln>
              <a:noFill/>
            </a:ln>
          </p:spPr>
        </p:pic>
        <p:pic>
          <p:nvPicPr>
            <p:cNvPr id="11" name="Google Shape;11;p2"/>
            <p:cNvPicPr preferRelativeResize="0"/>
            <p:nvPr/>
          </p:nvPicPr>
          <p:blipFill>
            <a:blip r:embed="rId3">
              <a:alphaModFix/>
            </a:blip>
            <a:stretch>
              <a:fillRect/>
            </a:stretch>
          </p:blipFill>
          <p:spPr>
            <a:xfrm>
              <a:off x="2039584" y="3773739"/>
              <a:ext cx="3568151" cy="5143501"/>
            </a:xfrm>
            <a:prstGeom prst="rect">
              <a:avLst/>
            </a:prstGeom>
            <a:noFill/>
            <a:ln>
              <a:noFill/>
            </a:ln>
          </p:spPr>
        </p:pic>
      </p:grpSp>
      <p:sp>
        <p:nvSpPr>
          <p:cNvPr id="12" name="Google Shape;12;p2"/>
          <p:cNvSpPr txBox="1">
            <a:spLocks noGrp="1"/>
          </p:cNvSpPr>
          <p:nvPr>
            <p:ph type="ctrTitle"/>
          </p:nvPr>
        </p:nvSpPr>
        <p:spPr>
          <a:xfrm>
            <a:off x="713225" y="1137400"/>
            <a:ext cx="4511100" cy="14790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3" name="Google Shape;13;p2"/>
          <p:cNvSpPr txBox="1">
            <a:spLocks noGrp="1"/>
          </p:cNvSpPr>
          <p:nvPr>
            <p:ph type="subTitle" idx="1"/>
          </p:nvPr>
        </p:nvSpPr>
        <p:spPr>
          <a:xfrm>
            <a:off x="713225" y="3355950"/>
            <a:ext cx="1819500" cy="622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grpSp>
        <p:nvGrpSpPr>
          <p:cNvPr id="15" name="Google Shape;15;p3"/>
          <p:cNvGrpSpPr/>
          <p:nvPr/>
        </p:nvGrpSpPr>
        <p:grpSpPr>
          <a:xfrm>
            <a:off x="-293366" y="-526812"/>
            <a:ext cx="10641276" cy="7627626"/>
            <a:chOff x="-293366" y="-526812"/>
            <a:chExt cx="10641276" cy="7627626"/>
          </a:xfrm>
        </p:grpSpPr>
        <p:pic>
          <p:nvPicPr>
            <p:cNvPr id="16" name="Google Shape;16;p3"/>
            <p:cNvPicPr preferRelativeResize="0"/>
            <p:nvPr/>
          </p:nvPicPr>
          <p:blipFill>
            <a:blip r:embed="rId2">
              <a:alphaModFix/>
            </a:blip>
            <a:stretch>
              <a:fillRect/>
            </a:stretch>
          </p:blipFill>
          <p:spPr>
            <a:xfrm rot="-5400000">
              <a:off x="5992084" y="2744989"/>
              <a:ext cx="3568151" cy="5143501"/>
            </a:xfrm>
            <a:prstGeom prst="rect">
              <a:avLst/>
            </a:prstGeom>
            <a:noFill/>
            <a:ln>
              <a:noFill/>
            </a:ln>
          </p:spPr>
        </p:pic>
        <p:pic>
          <p:nvPicPr>
            <p:cNvPr id="17" name="Google Shape;17;p3"/>
            <p:cNvPicPr preferRelativeResize="0"/>
            <p:nvPr/>
          </p:nvPicPr>
          <p:blipFill>
            <a:blip r:embed="rId2">
              <a:alphaModFix/>
            </a:blip>
            <a:stretch>
              <a:fillRect/>
            </a:stretch>
          </p:blipFill>
          <p:spPr>
            <a:xfrm rot="-5400000">
              <a:off x="494309" y="-1314486"/>
              <a:ext cx="3568151" cy="5143501"/>
            </a:xfrm>
            <a:prstGeom prst="rect">
              <a:avLst/>
            </a:prstGeom>
            <a:noFill/>
            <a:ln>
              <a:noFill/>
            </a:ln>
          </p:spPr>
        </p:pic>
      </p:grpSp>
      <p:pic>
        <p:nvPicPr>
          <p:cNvPr id="18" name="Google Shape;18;p3"/>
          <p:cNvPicPr preferRelativeResize="0"/>
          <p:nvPr/>
        </p:nvPicPr>
        <p:blipFill>
          <a:blip r:embed="rId3">
            <a:alphaModFix/>
          </a:blip>
          <a:stretch>
            <a:fillRect/>
          </a:stretch>
        </p:blipFill>
        <p:spPr>
          <a:xfrm rot="5400000" flipH="1">
            <a:off x="6300213" y="-1603786"/>
            <a:ext cx="2212193" cy="5143501"/>
          </a:xfrm>
          <a:prstGeom prst="rect">
            <a:avLst/>
          </a:prstGeom>
          <a:noFill/>
          <a:ln>
            <a:noFill/>
          </a:ln>
        </p:spPr>
      </p:pic>
      <p:grpSp>
        <p:nvGrpSpPr>
          <p:cNvPr id="19" name="Google Shape;19;p3"/>
          <p:cNvGrpSpPr/>
          <p:nvPr/>
        </p:nvGrpSpPr>
        <p:grpSpPr>
          <a:xfrm>
            <a:off x="-1184452" y="423951"/>
            <a:ext cx="5283372" cy="7164927"/>
            <a:chOff x="1033248" y="945314"/>
            <a:chExt cx="5283372" cy="7164927"/>
          </a:xfrm>
        </p:grpSpPr>
        <p:pic>
          <p:nvPicPr>
            <p:cNvPr id="20" name="Google Shape;20;p3"/>
            <p:cNvPicPr preferRelativeResize="0"/>
            <p:nvPr/>
          </p:nvPicPr>
          <p:blipFill>
            <a:blip r:embed="rId4">
              <a:alphaModFix/>
            </a:blip>
            <a:stretch>
              <a:fillRect/>
            </a:stretch>
          </p:blipFill>
          <p:spPr>
            <a:xfrm rot="10800000" flipH="1">
              <a:off x="1033248" y="3271538"/>
              <a:ext cx="2665873" cy="4838703"/>
            </a:xfrm>
            <a:prstGeom prst="rect">
              <a:avLst/>
            </a:prstGeom>
            <a:noFill/>
            <a:ln>
              <a:noFill/>
            </a:ln>
          </p:spPr>
        </p:pic>
        <p:pic>
          <p:nvPicPr>
            <p:cNvPr id="21" name="Google Shape;21;p3"/>
            <p:cNvPicPr preferRelativeResize="0"/>
            <p:nvPr/>
          </p:nvPicPr>
          <p:blipFill>
            <a:blip r:embed="rId5">
              <a:alphaModFix/>
            </a:blip>
            <a:stretch>
              <a:fillRect/>
            </a:stretch>
          </p:blipFill>
          <p:spPr>
            <a:xfrm>
              <a:off x="1352899" y="945314"/>
              <a:ext cx="4963722" cy="5143501"/>
            </a:xfrm>
            <a:prstGeom prst="rect">
              <a:avLst/>
            </a:prstGeom>
            <a:noFill/>
            <a:ln>
              <a:noFill/>
            </a:ln>
          </p:spPr>
        </p:pic>
        <p:pic>
          <p:nvPicPr>
            <p:cNvPr id="22" name="Google Shape;22;p3"/>
            <p:cNvPicPr preferRelativeResize="0"/>
            <p:nvPr/>
          </p:nvPicPr>
          <p:blipFill>
            <a:blip r:embed="rId3">
              <a:alphaModFix/>
            </a:blip>
            <a:stretch>
              <a:fillRect/>
            </a:stretch>
          </p:blipFill>
          <p:spPr>
            <a:xfrm>
              <a:off x="3959376" y="1582139"/>
              <a:ext cx="2212193" cy="5143501"/>
            </a:xfrm>
            <a:prstGeom prst="rect">
              <a:avLst/>
            </a:prstGeom>
            <a:noFill/>
            <a:ln>
              <a:noFill/>
            </a:ln>
          </p:spPr>
        </p:pic>
      </p:grpSp>
      <p:sp>
        <p:nvSpPr>
          <p:cNvPr id="23" name="Google Shape;23;p3"/>
          <p:cNvSpPr txBox="1">
            <a:spLocks noGrp="1"/>
          </p:cNvSpPr>
          <p:nvPr>
            <p:ph type="title"/>
          </p:nvPr>
        </p:nvSpPr>
        <p:spPr>
          <a:xfrm>
            <a:off x="4736025" y="2903425"/>
            <a:ext cx="3694800" cy="1626600"/>
          </a:xfrm>
          <a:prstGeom prst="rect">
            <a:avLst/>
          </a:prstGeom>
        </p:spPr>
        <p:txBody>
          <a:bodyPr spcFirstLastPara="1" wrap="square" lIns="91425" tIns="91425" rIns="91425" bIns="91425" anchor="t" anchorCtr="0">
            <a:noAutofit/>
          </a:bodyPr>
          <a:lstStyle>
            <a:lvl1pPr lvl="0" algn="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title" idx="2" hasCustomPrompt="1"/>
          </p:nvPr>
        </p:nvSpPr>
        <p:spPr>
          <a:xfrm>
            <a:off x="7421325" y="1962700"/>
            <a:ext cx="1009500" cy="8418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5" name="Google Shape;25;p3"/>
          <p:cNvSpPr>
            <a:spLocks noGrp="1"/>
          </p:cNvSpPr>
          <p:nvPr>
            <p:ph type="pic" idx="3"/>
          </p:nvPr>
        </p:nvSpPr>
        <p:spPr>
          <a:xfrm>
            <a:off x="599650" y="265625"/>
            <a:ext cx="4059900" cy="4064400"/>
          </a:xfrm>
          <a:prstGeom prst="ellipse">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pic>
        <p:nvPicPr>
          <p:cNvPr id="27" name="Google Shape;27;p4"/>
          <p:cNvPicPr preferRelativeResize="0"/>
          <p:nvPr/>
        </p:nvPicPr>
        <p:blipFill>
          <a:blip r:embed="rId2">
            <a:alphaModFix/>
          </a:blip>
          <a:stretch>
            <a:fillRect/>
          </a:stretch>
        </p:blipFill>
        <p:spPr>
          <a:xfrm>
            <a:off x="2006237" y="3067817"/>
            <a:ext cx="5131526" cy="4715327"/>
          </a:xfrm>
          <a:prstGeom prst="rect">
            <a:avLst/>
          </a:prstGeom>
          <a:noFill/>
          <a:ln>
            <a:noFill/>
          </a:ln>
        </p:spPr>
      </p:pic>
      <p:grpSp>
        <p:nvGrpSpPr>
          <p:cNvPr id="28" name="Google Shape;28;p4"/>
          <p:cNvGrpSpPr/>
          <p:nvPr/>
        </p:nvGrpSpPr>
        <p:grpSpPr>
          <a:xfrm>
            <a:off x="-2881991" y="-2336811"/>
            <a:ext cx="14656501" cy="7096101"/>
            <a:chOff x="-2881991" y="-2336811"/>
            <a:chExt cx="14656501" cy="7096101"/>
          </a:xfrm>
        </p:grpSpPr>
        <p:pic>
          <p:nvPicPr>
            <p:cNvPr id="29" name="Google Shape;29;p4"/>
            <p:cNvPicPr preferRelativeResize="0"/>
            <p:nvPr/>
          </p:nvPicPr>
          <p:blipFill>
            <a:blip r:embed="rId3">
              <a:alphaModFix/>
            </a:blip>
            <a:stretch>
              <a:fillRect/>
            </a:stretch>
          </p:blipFill>
          <p:spPr>
            <a:xfrm>
              <a:off x="8206359" y="-2336811"/>
              <a:ext cx="3568151" cy="5143501"/>
            </a:xfrm>
            <a:prstGeom prst="rect">
              <a:avLst/>
            </a:prstGeom>
            <a:noFill/>
            <a:ln>
              <a:noFill/>
            </a:ln>
          </p:spPr>
        </p:pic>
        <p:pic>
          <p:nvPicPr>
            <p:cNvPr id="30" name="Google Shape;30;p4"/>
            <p:cNvPicPr preferRelativeResize="0"/>
            <p:nvPr/>
          </p:nvPicPr>
          <p:blipFill>
            <a:blip r:embed="rId3">
              <a:alphaModFix/>
            </a:blip>
            <a:stretch>
              <a:fillRect/>
            </a:stretch>
          </p:blipFill>
          <p:spPr>
            <a:xfrm flipH="1">
              <a:off x="-2881991" y="-384211"/>
              <a:ext cx="3568151" cy="5143501"/>
            </a:xfrm>
            <a:prstGeom prst="rect">
              <a:avLst/>
            </a:prstGeom>
            <a:noFill/>
            <a:ln>
              <a:noFill/>
            </a:ln>
          </p:spPr>
        </p:pic>
      </p:grpSp>
      <p:sp>
        <p:nvSpPr>
          <p:cNvPr id="31" name="Google Shape;3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2" name="Google Shape;32;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grpSp>
        <p:nvGrpSpPr>
          <p:cNvPr id="44" name="Google Shape;44;p6"/>
          <p:cNvGrpSpPr/>
          <p:nvPr/>
        </p:nvGrpSpPr>
        <p:grpSpPr>
          <a:xfrm>
            <a:off x="-4077971" y="-3353513"/>
            <a:ext cx="13614840" cy="10269753"/>
            <a:chOff x="-4077971" y="-3353513"/>
            <a:chExt cx="13614840" cy="10269753"/>
          </a:xfrm>
        </p:grpSpPr>
        <p:pic>
          <p:nvPicPr>
            <p:cNvPr id="45" name="Google Shape;45;p6"/>
            <p:cNvPicPr preferRelativeResize="0"/>
            <p:nvPr/>
          </p:nvPicPr>
          <p:blipFill>
            <a:blip r:embed="rId2">
              <a:alphaModFix/>
            </a:blip>
            <a:stretch>
              <a:fillRect/>
            </a:stretch>
          </p:blipFill>
          <p:spPr>
            <a:xfrm>
              <a:off x="7324676" y="1772739"/>
              <a:ext cx="2212193" cy="5143501"/>
            </a:xfrm>
            <a:prstGeom prst="rect">
              <a:avLst/>
            </a:prstGeom>
            <a:noFill/>
            <a:ln>
              <a:noFill/>
            </a:ln>
          </p:spPr>
        </p:pic>
        <p:pic>
          <p:nvPicPr>
            <p:cNvPr id="46" name="Google Shape;46;p6"/>
            <p:cNvPicPr preferRelativeResize="0"/>
            <p:nvPr/>
          </p:nvPicPr>
          <p:blipFill>
            <a:blip r:embed="rId3">
              <a:alphaModFix/>
            </a:blip>
            <a:stretch>
              <a:fillRect/>
            </a:stretch>
          </p:blipFill>
          <p:spPr>
            <a:xfrm rot="2146076">
              <a:off x="-3042875" y="-2387912"/>
              <a:ext cx="4963722" cy="5143501"/>
            </a:xfrm>
            <a:prstGeom prst="rect">
              <a:avLst/>
            </a:prstGeom>
            <a:noFill/>
            <a:ln>
              <a:noFill/>
            </a:ln>
          </p:spPr>
        </p:pic>
      </p:grpSp>
      <p:grpSp>
        <p:nvGrpSpPr>
          <p:cNvPr id="47" name="Google Shape;47;p6"/>
          <p:cNvGrpSpPr/>
          <p:nvPr/>
        </p:nvGrpSpPr>
        <p:grpSpPr>
          <a:xfrm>
            <a:off x="-1717716" y="-2454312"/>
            <a:ext cx="13328126" cy="11639176"/>
            <a:chOff x="-1717716" y="-2454312"/>
            <a:chExt cx="13328126" cy="11639176"/>
          </a:xfrm>
        </p:grpSpPr>
        <p:pic>
          <p:nvPicPr>
            <p:cNvPr id="48" name="Google Shape;48;p6"/>
            <p:cNvPicPr preferRelativeResize="0"/>
            <p:nvPr/>
          </p:nvPicPr>
          <p:blipFill>
            <a:blip r:embed="rId4">
              <a:alphaModFix/>
            </a:blip>
            <a:stretch>
              <a:fillRect/>
            </a:stretch>
          </p:blipFill>
          <p:spPr>
            <a:xfrm rot="5400000" flipH="1">
              <a:off x="7254584" y="-3241986"/>
              <a:ext cx="3568151" cy="5143501"/>
            </a:xfrm>
            <a:prstGeom prst="rect">
              <a:avLst/>
            </a:prstGeom>
            <a:noFill/>
            <a:ln>
              <a:noFill/>
            </a:ln>
          </p:spPr>
        </p:pic>
        <p:pic>
          <p:nvPicPr>
            <p:cNvPr id="49" name="Google Shape;49;p6"/>
            <p:cNvPicPr preferRelativeResize="0"/>
            <p:nvPr/>
          </p:nvPicPr>
          <p:blipFill>
            <a:blip r:embed="rId4">
              <a:alphaModFix/>
            </a:blip>
            <a:stretch>
              <a:fillRect/>
            </a:stretch>
          </p:blipFill>
          <p:spPr>
            <a:xfrm>
              <a:off x="-1717716" y="4041364"/>
              <a:ext cx="3568151" cy="5143501"/>
            </a:xfrm>
            <a:prstGeom prst="rect">
              <a:avLst/>
            </a:prstGeom>
            <a:noFill/>
            <a:ln>
              <a:noFill/>
            </a:ln>
          </p:spPr>
        </p:pic>
      </p:grpSp>
      <p:sp>
        <p:nvSpPr>
          <p:cNvPr id="50" name="Google Shape;50;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1"/>
        <p:cNvGrpSpPr/>
        <p:nvPr/>
      </p:nvGrpSpPr>
      <p:grpSpPr>
        <a:xfrm>
          <a:off x="0" y="0"/>
          <a:ext cx="0" cy="0"/>
          <a:chOff x="0" y="0"/>
          <a:chExt cx="0" cy="0"/>
        </a:xfrm>
      </p:grpSpPr>
      <p:pic>
        <p:nvPicPr>
          <p:cNvPr id="52" name="Google Shape;52;p7"/>
          <p:cNvPicPr preferRelativeResize="0"/>
          <p:nvPr/>
        </p:nvPicPr>
        <p:blipFill>
          <a:blip r:embed="rId2">
            <a:alphaModFix/>
          </a:blip>
          <a:stretch>
            <a:fillRect/>
          </a:stretch>
        </p:blipFill>
        <p:spPr>
          <a:xfrm rot="10800000" flipH="1">
            <a:off x="4742674" y="-190311"/>
            <a:ext cx="4963722" cy="5143501"/>
          </a:xfrm>
          <a:prstGeom prst="rect">
            <a:avLst/>
          </a:prstGeom>
          <a:noFill/>
          <a:ln>
            <a:noFill/>
          </a:ln>
        </p:spPr>
      </p:pic>
      <p:grpSp>
        <p:nvGrpSpPr>
          <p:cNvPr id="53" name="Google Shape;53;p7"/>
          <p:cNvGrpSpPr/>
          <p:nvPr/>
        </p:nvGrpSpPr>
        <p:grpSpPr>
          <a:xfrm>
            <a:off x="-2356572" y="826725"/>
            <a:ext cx="13727082" cy="6801264"/>
            <a:chOff x="-2356572" y="826725"/>
            <a:chExt cx="13727082" cy="6801264"/>
          </a:xfrm>
        </p:grpSpPr>
        <p:pic>
          <p:nvPicPr>
            <p:cNvPr id="54" name="Google Shape;54;p7"/>
            <p:cNvPicPr preferRelativeResize="0"/>
            <p:nvPr/>
          </p:nvPicPr>
          <p:blipFill>
            <a:blip r:embed="rId3">
              <a:alphaModFix/>
            </a:blip>
            <a:stretch>
              <a:fillRect/>
            </a:stretch>
          </p:blipFill>
          <p:spPr>
            <a:xfrm>
              <a:off x="7802359" y="2484489"/>
              <a:ext cx="3568151" cy="5143501"/>
            </a:xfrm>
            <a:prstGeom prst="rect">
              <a:avLst/>
            </a:prstGeom>
            <a:noFill/>
            <a:ln>
              <a:noFill/>
            </a:ln>
          </p:spPr>
        </p:pic>
        <p:pic>
          <p:nvPicPr>
            <p:cNvPr id="55" name="Google Shape;55;p7"/>
            <p:cNvPicPr preferRelativeResize="0"/>
            <p:nvPr/>
          </p:nvPicPr>
          <p:blipFill>
            <a:blip r:embed="rId4">
              <a:alphaModFix/>
            </a:blip>
            <a:stretch>
              <a:fillRect/>
            </a:stretch>
          </p:blipFill>
          <p:spPr>
            <a:xfrm rot="-5235329">
              <a:off x="-2385792" y="1103663"/>
              <a:ext cx="5457352" cy="5143501"/>
            </a:xfrm>
            <a:prstGeom prst="rect">
              <a:avLst/>
            </a:prstGeom>
            <a:noFill/>
            <a:ln>
              <a:noFill/>
            </a:ln>
          </p:spPr>
        </p:pic>
      </p:grpSp>
      <p:sp>
        <p:nvSpPr>
          <p:cNvPr id="56" name="Google Shape;56;p7"/>
          <p:cNvSpPr txBox="1">
            <a:spLocks noGrp="1"/>
          </p:cNvSpPr>
          <p:nvPr>
            <p:ph type="title"/>
          </p:nvPr>
        </p:nvSpPr>
        <p:spPr>
          <a:xfrm>
            <a:off x="811975" y="878850"/>
            <a:ext cx="4097700" cy="1027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7" name="Google Shape;57;p7"/>
          <p:cNvSpPr txBox="1">
            <a:spLocks noGrp="1"/>
          </p:cNvSpPr>
          <p:nvPr>
            <p:ph type="subTitle" idx="1"/>
          </p:nvPr>
        </p:nvSpPr>
        <p:spPr>
          <a:xfrm>
            <a:off x="811975" y="1966350"/>
            <a:ext cx="4097700" cy="229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1000"/>
              </a:spcBef>
              <a:spcAft>
                <a:spcPts val="0"/>
              </a:spcAft>
              <a:buClr>
                <a:srgbClr val="E76A28"/>
              </a:buClr>
              <a:buSzPts val="1200"/>
              <a:buFont typeface="Nunito Light"/>
              <a:buAutoNum type="alphaLcPeriod"/>
              <a:defRPr/>
            </a:lvl2pPr>
            <a:lvl3pPr lvl="2" algn="ctr" rtl="0">
              <a:lnSpc>
                <a:spcPct val="100000"/>
              </a:lnSpc>
              <a:spcBef>
                <a:spcPts val="0"/>
              </a:spcBef>
              <a:spcAft>
                <a:spcPts val="0"/>
              </a:spcAft>
              <a:buClr>
                <a:srgbClr val="E76A28"/>
              </a:buClr>
              <a:buSzPts val="1200"/>
              <a:buFont typeface="Nunito Light"/>
              <a:buAutoNum type="romanLcPeriod"/>
              <a:defRPr/>
            </a:lvl3pPr>
            <a:lvl4pPr lvl="3" algn="ctr" rtl="0">
              <a:lnSpc>
                <a:spcPct val="100000"/>
              </a:lnSpc>
              <a:spcBef>
                <a:spcPts val="0"/>
              </a:spcBef>
              <a:spcAft>
                <a:spcPts val="0"/>
              </a:spcAft>
              <a:buClr>
                <a:srgbClr val="E76A28"/>
              </a:buClr>
              <a:buSzPts val="1200"/>
              <a:buFont typeface="Nunito Light"/>
              <a:buAutoNum type="arabicPeriod"/>
              <a:defRPr/>
            </a:lvl4pPr>
            <a:lvl5pPr lvl="4" algn="ctr" rtl="0">
              <a:lnSpc>
                <a:spcPct val="100000"/>
              </a:lnSpc>
              <a:spcBef>
                <a:spcPts val="0"/>
              </a:spcBef>
              <a:spcAft>
                <a:spcPts val="0"/>
              </a:spcAft>
              <a:buClr>
                <a:srgbClr val="E76A28"/>
              </a:buClr>
              <a:buSzPts val="1200"/>
              <a:buFont typeface="Nunito Light"/>
              <a:buAutoNum type="alphaLcPeriod"/>
              <a:defRPr/>
            </a:lvl5pPr>
            <a:lvl6pPr lvl="5" algn="ctr" rtl="0">
              <a:lnSpc>
                <a:spcPct val="100000"/>
              </a:lnSpc>
              <a:spcBef>
                <a:spcPts val="0"/>
              </a:spcBef>
              <a:spcAft>
                <a:spcPts val="0"/>
              </a:spcAft>
              <a:buClr>
                <a:srgbClr val="999999"/>
              </a:buClr>
              <a:buSzPts val="1200"/>
              <a:buFont typeface="Nunito Light"/>
              <a:buAutoNum type="romanLcPeriod"/>
              <a:defRPr/>
            </a:lvl6pPr>
            <a:lvl7pPr lvl="6" algn="ctr" rtl="0">
              <a:lnSpc>
                <a:spcPct val="100000"/>
              </a:lnSpc>
              <a:spcBef>
                <a:spcPts val="0"/>
              </a:spcBef>
              <a:spcAft>
                <a:spcPts val="0"/>
              </a:spcAft>
              <a:buClr>
                <a:srgbClr val="999999"/>
              </a:buClr>
              <a:buSzPts val="1200"/>
              <a:buFont typeface="Nunito Light"/>
              <a:buAutoNum type="arabicPeriod"/>
              <a:defRPr/>
            </a:lvl7pPr>
            <a:lvl8pPr lvl="7" algn="ctr" rtl="0">
              <a:lnSpc>
                <a:spcPct val="100000"/>
              </a:lnSpc>
              <a:spcBef>
                <a:spcPts val="0"/>
              </a:spcBef>
              <a:spcAft>
                <a:spcPts val="0"/>
              </a:spcAft>
              <a:buClr>
                <a:srgbClr val="999999"/>
              </a:buClr>
              <a:buSzPts val="1200"/>
              <a:buFont typeface="Nunito Light"/>
              <a:buAutoNum type="alphaLcPeriod"/>
              <a:defRPr/>
            </a:lvl8pPr>
            <a:lvl9pPr lvl="8" algn="ctr" rtl="0">
              <a:lnSpc>
                <a:spcPct val="100000"/>
              </a:lnSpc>
              <a:spcBef>
                <a:spcPts val="0"/>
              </a:spcBef>
              <a:spcAft>
                <a:spcPts val="0"/>
              </a:spcAft>
              <a:buClr>
                <a:srgbClr val="999999"/>
              </a:buClr>
              <a:buSzPts val="1200"/>
              <a:buFont typeface="Nunito Light"/>
              <a:buAutoNum type="romanLcPeriod"/>
              <a:defRPr/>
            </a:lvl9pPr>
          </a:lstStyle>
          <a:p>
            <a:endParaRPr/>
          </a:p>
        </p:txBody>
      </p:sp>
      <p:sp>
        <p:nvSpPr>
          <p:cNvPr id="58" name="Google Shape;58;p7"/>
          <p:cNvSpPr>
            <a:spLocks noGrp="1"/>
          </p:cNvSpPr>
          <p:nvPr>
            <p:ph type="pic" idx="2"/>
          </p:nvPr>
        </p:nvSpPr>
        <p:spPr>
          <a:xfrm>
            <a:off x="5230350" y="875700"/>
            <a:ext cx="3389700" cy="3392100"/>
          </a:xfrm>
          <a:prstGeom prst="ellipse">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9"/>
        <p:cNvGrpSpPr/>
        <p:nvPr/>
      </p:nvGrpSpPr>
      <p:grpSpPr>
        <a:xfrm>
          <a:off x="0" y="0"/>
          <a:ext cx="0" cy="0"/>
          <a:chOff x="0" y="0"/>
          <a:chExt cx="0" cy="0"/>
        </a:xfrm>
      </p:grpSpPr>
      <p:grpSp>
        <p:nvGrpSpPr>
          <p:cNvPr id="60" name="Google Shape;60;p8"/>
          <p:cNvGrpSpPr/>
          <p:nvPr/>
        </p:nvGrpSpPr>
        <p:grpSpPr>
          <a:xfrm>
            <a:off x="-1761638" y="-2260404"/>
            <a:ext cx="13445667" cy="9573508"/>
            <a:chOff x="-1761638" y="-2260404"/>
            <a:chExt cx="13445667" cy="9573508"/>
          </a:xfrm>
        </p:grpSpPr>
        <p:pic>
          <p:nvPicPr>
            <p:cNvPr id="61" name="Google Shape;61;p8"/>
            <p:cNvPicPr preferRelativeResize="0"/>
            <p:nvPr/>
          </p:nvPicPr>
          <p:blipFill>
            <a:blip r:embed="rId2">
              <a:alphaModFix/>
            </a:blip>
            <a:stretch>
              <a:fillRect/>
            </a:stretch>
          </p:blipFill>
          <p:spPr>
            <a:xfrm rot="4894599">
              <a:off x="6011633" y="-1756187"/>
              <a:ext cx="5457351" cy="5143500"/>
            </a:xfrm>
            <a:prstGeom prst="rect">
              <a:avLst/>
            </a:prstGeom>
            <a:noFill/>
            <a:ln>
              <a:noFill/>
            </a:ln>
          </p:spPr>
        </p:pic>
        <p:pic>
          <p:nvPicPr>
            <p:cNvPr id="62" name="Google Shape;62;p8"/>
            <p:cNvPicPr preferRelativeResize="0"/>
            <p:nvPr/>
          </p:nvPicPr>
          <p:blipFill>
            <a:blip r:embed="rId2">
              <a:alphaModFix/>
            </a:blip>
            <a:stretch>
              <a:fillRect/>
            </a:stretch>
          </p:blipFill>
          <p:spPr>
            <a:xfrm rot="-5905401">
              <a:off x="-1546592" y="1665388"/>
              <a:ext cx="5457351" cy="5143500"/>
            </a:xfrm>
            <a:prstGeom prst="rect">
              <a:avLst/>
            </a:prstGeom>
            <a:noFill/>
            <a:ln>
              <a:noFill/>
            </a:ln>
          </p:spPr>
        </p:pic>
      </p:grpSp>
      <p:grpSp>
        <p:nvGrpSpPr>
          <p:cNvPr id="63" name="Google Shape;63;p8"/>
          <p:cNvGrpSpPr/>
          <p:nvPr/>
        </p:nvGrpSpPr>
        <p:grpSpPr>
          <a:xfrm>
            <a:off x="-1039887" y="-842761"/>
            <a:ext cx="11162693" cy="7245026"/>
            <a:chOff x="-1039887" y="-842761"/>
            <a:chExt cx="11162693" cy="7245026"/>
          </a:xfrm>
        </p:grpSpPr>
        <p:pic>
          <p:nvPicPr>
            <p:cNvPr id="64" name="Google Shape;64;p8"/>
            <p:cNvPicPr preferRelativeResize="0"/>
            <p:nvPr/>
          </p:nvPicPr>
          <p:blipFill>
            <a:blip r:embed="rId3">
              <a:alphaModFix/>
            </a:blip>
            <a:stretch>
              <a:fillRect/>
            </a:stretch>
          </p:blipFill>
          <p:spPr>
            <a:xfrm>
              <a:off x="-1039887" y="-842761"/>
              <a:ext cx="2212193" cy="5143501"/>
            </a:xfrm>
            <a:prstGeom prst="rect">
              <a:avLst/>
            </a:prstGeom>
            <a:noFill/>
            <a:ln>
              <a:noFill/>
            </a:ln>
          </p:spPr>
        </p:pic>
        <p:pic>
          <p:nvPicPr>
            <p:cNvPr id="65" name="Google Shape;65;p8"/>
            <p:cNvPicPr preferRelativeResize="0"/>
            <p:nvPr/>
          </p:nvPicPr>
          <p:blipFill>
            <a:blip r:embed="rId3">
              <a:alphaModFix/>
            </a:blip>
            <a:stretch>
              <a:fillRect/>
            </a:stretch>
          </p:blipFill>
          <p:spPr>
            <a:xfrm flipH="1">
              <a:off x="7910613" y="1258764"/>
              <a:ext cx="2212193" cy="5143501"/>
            </a:xfrm>
            <a:prstGeom prst="rect">
              <a:avLst/>
            </a:prstGeom>
            <a:noFill/>
            <a:ln>
              <a:noFill/>
            </a:ln>
          </p:spPr>
        </p:pic>
      </p:grpSp>
      <p:sp>
        <p:nvSpPr>
          <p:cNvPr id="66" name="Google Shape;66;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7"/>
        <p:cNvGrpSpPr/>
        <p:nvPr/>
      </p:nvGrpSpPr>
      <p:grpSpPr>
        <a:xfrm>
          <a:off x="0" y="0"/>
          <a:ext cx="0" cy="0"/>
          <a:chOff x="0" y="0"/>
          <a:chExt cx="0" cy="0"/>
        </a:xfrm>
      </p:grpSpPr>
      <p:pic>
        <p:nvPicPr>
          <p:cNvPr id="68" name="Google Shape;68;p9"/>
          <p:cNvPicPr preferRelativeResize="0"/>
          <p:nvPr/>
        </p:nvPicPr>
        <p:blipFill>
          <a:blip r:embed="rId2">
            <a:alphaModFix/>
          </a:blip>
          <a:stretch>
            <a:fillRect/>
          </a:stretch>
        </p:blipFill>
        <p:spPr>
          <a:xfrm>
            <a:off x="2090139" y="3075039"/>
            <a:ext cx="4963722" cy="5143501"/>
          </a:xfrm>
          <a:prstGeom prst="rect">
            <a:avLst/>
          </a:prstGeom>
          <a:noFill/>
          <a:ln>
            <a:noFill/>
          </a:ln>
        </p:spPr>
      </p:pic>
      <p:grpSp>
        <p:nvGrpSpPr>
          <p:cNvPr id="69" name="Google Shape;69;p9"/>
          <p:cNvGrpSpPr/>
          <p:nvPr/>
        </p:nvGrpSpPr>
        <p:grpSpPr>
          <a:xfrm>
            <a:off x="-2581566" y="-1507961"/>
            <a:ext cx="13915976" cy="7955376"/>
            <a:chOff x="-2581566" y="-1507961"/>
            <a:chExt cx="13915976" cy="7955376"/>
          </a:xfrm>
        </p:grpSpPr>
        <p:pic>
          <p:nvPicPr>
            <p:cNvPr id="70" name="Google Shape;70;p9"/>
            <p:cNvPicPr preferRelativeResize="0"/>
            <p:nvPr/>
          </p:nvPicPr>
          <p:blipFill>
            <a:blip r:embed="rId3">
              <a:alphaModFix/>
            </a:blip>
            <a:stretch>
              <a:fillRect/>
            </a:stretch>
          </p:blipFill>
          <p:spPr>
            <a:xfrm>
              <a:off x="7766259" y="1303914"/>
              <a:ext cx="3568151" cy="5143501"/>
            </a:xfrm>
            <a:prstGeom prst="rect">
              <a:avLst/>
            </a:prstGeom>
            <a:noFill/>
            <a:ln>
              <a:noFill/>
            </a:ln>
          </p:spPr>
        </p:pic>
        <p:pic>
          <p:nvPicPr>
            <p:cNvPr id="71" name="Google Shape;71;p9"/>
            <p:cNvPicPr preferRelativeResize="0"/>
            <p:nvPr/>
          </p:nvPicPr>
          <p:blipFill>
            <a:blip r:embed="rId3">
              <a:alphaModFix/>
            </a:blip>
            <a:stretch>
              <a:fillRect/>
            </a:stretch>
          </p:blipFill>
          <p:spPr>
            <a:xfrm rot="10800000">
              <a:off x="-2581566" y="-1507961"/>
              <a:ext cx="3568151" cy="5143501"/>
            </a:xfrm>
            <a:prstGeom prst="rect">
              <a:avLst/>
            </a:prstGeom>
            <a:noFill/>
            <a:ln>
              <a:noFill/>
            </a:ln>
          </p:spPr>
        </p:pic>
      </p:grpSp>
      <p:sp>
        <p:nvSpPr>
          <p:cNvPr id="72" name="Google Shape;72;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3" name="Google Shape;73;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4"/>
        <p:cNvGrpSpPr/>
        <p:nvPr/>
      </p:nvGrpSpPr>
      <p:grpSpPr>
        <a:xfrm>
          <a:off x="0" y="0"/>
          <a:ext cx="0" cy="0"/>
          <a:chOff x="0" y="0"/>
          <a:chExt cx="0" cy="0"/>
        </a:xfrm>
      </p:grpSpPr>
      <p:sp>
        <p:nvSpPr>
          <p:cNvPr id="75" name="Google Shape;75;p10"/>
          <p:cNvSpPr>
            <a:spLocks noGrp="1"/>
          </p:cNvSpPr>
          <p:nvPr>
            <p:ph type="pic" idx="2"/>
          </p:nvPr>
        </p:nvSpPr>
        <p:spPr>
          <a:xfrm>
            <a:off x="0" y="0"/>
            <a:ext cx="9144000" cy="5143500"/>
          </a:xfrm>
          <a:prstGeom prst="rect">
            <a:avLst/>
          </a:prstGeom>
          <a:noFill/>
          <a:ln>
            <a:noFill/>
          </a:ln>
        </p:spPr>
      </p:sp>
      <p:sp>
        <p:nvSpPr>
          <p:cNvPr id="76" name="Google Shape;76;p10"/>
          <p:cNvSpPr txBox="1">
            <a:spLocks noGrp="1"/>
          </p:cNvSpPr>
          <p:nvPr>
            <p:ph type="title"/>
          </p:nvPr>
        </p:nvSpPr>
        <p:spPr>
          <a:xfrm>
            <a:off x="1948800" y="4014450"/>
            <a:ext cx="5246400" cy="4416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1800"/>
              <a:buNone/>
              <a:defRPr sz="1800">
                <a:solidFill>
                  <a:schemeClr val="lt1"/>
                </a:solidFill>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7"/>
        <p:cNvGrpSpPr/>
        <p:nvPr/>
      </p:nvGrpSpPr>
      <p:grpSpPr>
        <a:xfrm>
          <a:off x="0" y="0"/>
          <a:ext cx="0" cy="0"/>
          <a:chOff x="0" y="0"/>
          <a:chExt cx="0" cy="0"/>
        </a:xfrm>
      </p:grpSpPr>
      <p:grpSp>
        <p:nvGrpSpPr>
          <p:cNvPr id="78" name="Google Shape;78;p11"/>
          <p:cNvGrpSpPr/>
          <p:nvPr/>
        </p:nvGrpSpPr>
        <p:grpSpPr>
          <a:xfrm>
            <a:off x="-1942266" y="-1102611"/>
            <a:ext cx="14960126" cy="5409451"/>
            <a:chOff x="-1942266" y="-1102611"/>
            <a:chExt cx="14960126" cy="5409451"/>
          </a:xfrm>
        </p:grpSpPr>
        <p:pic>
          <p:nvPicPr>
            <p:cNvPr id="79" name="Google Shape;79;p11"/>
            <p:cNvPicPr preferRelativeResize="0"/>
            <p:nvPr/>
          </p:nvPicPr>
          <p:blipFill>
            <a:blip r:embed="rId2">
              <a:alphaModFix/>
            </a:blip>
            <a:stretch>
              <a:fillRect/>
            </a:stretch>
          </p:blipFill>
          <p:spPr>
            <a:xfrm flipH="1">
              <a:off x="-1942266" y="-1102611"/>
              <a:ext cx="3568151" cy="5143501"/>
            </a:xfrm>
            <a:prstGeom prst="rect">
              <a:avLst/>
            </a:prstGeom>
            <a:noFill/>
            <a:ln>
              <a:noFill/>
            </a:ln>
          </p:spPr>
        </p:pic>
        <p:pic>
          <p:nvPicPr>
            <p:cNvPr id="80" name="Google Shape;80;p11"/>
            <p:cNvPicPr preferRelativeResize="0"/>
            <p:nvPr/>
          </p:nvPicPr>
          <p:blipFill>
            <a:blip r:embed="rId3">
              <a:alphaModFix/>
            </a:blip>
            <a:stretch>
              <a:fillRect/>
            </a:stretch>
          </p:blipFill>
          <p:spPr>
            <a:xfrm>
              <a:off x="7560509" y="-836661"/>
              <a:ext cx="5457352" cy="5143501"/>
            </a:xfrm>
            <a:prstGeom prst="rect">
              <a:avLst/>
            </a:prstGeom>
            <a:noFill/>
            <a:ln>
              <a:noFill/>
            </a:ln>
          </p:spPr>
        </p:pic>
      </p:grpSp>
      <p:sp>
        <p:nvSpPr>
          <p:cNvPr id="81" name="Google Shape;81;p11"/>
          <p:cNvSpPr txBox="1">
            <a:spLocks noGrp="1"/>
          </p:cNvSpPr>
          <p:nvPr>
            <p:ph type="title" hasCustomPrompt="1"/>
          </p:nvPr>
        </p:nvSpPr>
        <p:spPr>
          <a:xfrm>
            <a:off x="2028300" y="689825"/>
            <a:ext cx="5087400" cy="11019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2" name="Google Shape;82;p11"/>
          <p:cNvSpPr txBox="1">
            <a:spLocks noGrp="1"/>
          </p:cNvSpPr>
          <p:nvPr>
            <p:ph type="subTitle" idx="1"/>
          </p:nvPr>
        </p:nvSpPr>
        <p:spPr>
          <a:xfrm>
            <a:off x="2028300" y="1695650"/>
            <a:ext cx="5087400" cy="35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83"/>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84"/>
        <p:cNvGrpSpPr/>
        <p:nvPr/>
      </p:nvGrpSpPr>
      <p:grpSpPr>
        <a:xfrm>
          <a:off x="0" y="0"/>
          <a:ext cx="0" cy="0"/>
          <a:chOff x="0" y="0"/>
          <a:chExt cx="0" cy="0"/>
        </a:xfrm>
      </p:grpSpPr>
      <p:grpSp>
        <p:nvGrpSpPr>
          <p:cNvPr id="85" name="Google Shape;85;p13"/>
          <p:cNvGrpSpPr/>
          <p:nvPr/>
        </p:nvGrpSpPr>
        <p:grpSpPr>
          <a:xfrm>
            <a:off x="-2046004" y="-463298"/>
            <a:ext cx="12850165" cy="8884912"/>
            <a:chOff x="-2046004" y="-463298"/>
            <a:chExt cx="12850165" cy="8884912"/>
          </a:xfrm>
        </p:grpSpPr>
        <p:pic>
          <p:nvPicPr>
            <p:cNvPr id="86" name="Google Shape;86;p13"/>
            <p:cNvPicPr preferRelativeResize="0"/>
            <p:nvPr/>
          </p:nvPicPr>
          <p:blipFill>
            <a:blip r:embed="rId2">
              <a:alphaModFix/>
            </a:blip>
            <a:stretch>
              <a:fillRect/>
            </a:stretch>
          </p:blipFill>
          <p:spPr>
            <a:xfrm rot="-1226151">
              <a:off x="-1405874" y="3374612"/>
              <a:ext cx="4283692" cy="4438841"/>
            </a:xfrm>
            <a:prstGeom prst="rect">
              <a:avLst/>
            </a:prstGeom>
            <a:noFill/>
            <a:ln>
              <a:noFill/>
            </a:ln>
          </p:spPr>
        </p:pic>
        <p:pic>
          <p:nvPicPr>
            <p:cNvPr id="87" name="Google Shape;87;p13"/>
            <p:cNvPicPr preferRelativeResize="0"/>
            <p:nvPr/>
          </p:nvPicPr>
          <p:blipFill>
            <a:blip r:embed="rId3">
              <a:alphaModFix/>
            </a:blip>
            <a:stretch>
              <a:fillRect/>
            </a:stretch>
          </p:blipFill>
          <p:spPr>
            <a:xfrm rot="-5400000">
              <a:off x="7051873" y="-1549712"/>
              <a:ext cx="2665873" cy="4838703"/>
            </a:xfrm>
            <a:prstGeom prst="rect">
              <a:avLst/>
            </a:prstGeom>
            <a:noFill/>
            <a:ln>
              <a:noFill/>
            </a:ln>
          </p:spPr>
        </p:pic>
      </p:grpSp>
      <p:grpSp>
        <p:nvGrpSpPr>
          <p:cNvPr id="88" name="Google Shape;88;p13"/>
          <p:cNvGrpSpPr/>
          <p:nvPr/>
        </p:nvGrpSpPr>
        <p:grpSpPr>
          <a:xfrm>
            <a:off x="-1674791" y="-2620111"/>
            <a:ext cx="12834252" cy="11559026"/>
            <a:chOff x="-1674791" y="-2620111"/>
            <a:chExt cx="12834252" cy="11559026"/>
          </a:xfrm>
        </p:grpSpPr>
        <p:pic>
          <p:nvPicPr>
            <p:cNvPr id="89" name="Google Shape;89;p13"/>
            <p:cNvPicPr preferRelativeResize="0"/>
            <p:nvPr/>
          </p:nvPicPr>
          <p:blipFill>
            <a:blip r:embed="rId4">
              <a:alphaModFix/>
            </a:blip>
            <a:stretch>
              <a:fillRect/>
            </a:stretch>
          </p:blipFill>
          <p:spPr>
            <a:xfrm>
              <a:off x="5702109" y="3795414"/>
              <a:ext cx="5457352" cy="5143501"/>
            </a:xfrm>
            <a:prstGeom prst="rect">
              <a:avLst/>
            </a:prstGeom>
            <a:noFill/>
            <a:ln>
              <a:noFill/>
            </a:ln>
          </p:spPr>
        </p:pic>
        <p:pic>
          <p:nvPicPr>
            <p:cNvPr id="90" name="Google Shape;90;p13"/>
            <p:cNvPicPr preferRelativeResize="0"/>
            <p:nvPr/>
          </p:nvPicPr>
          <p:blipFill>
            <a:blip r:embed="rId4">
              <a:alphaModFix/>
            </a:blip>
            <a:stretch>
              <a:fillRect/>
            </a:stretch>
          </p:blipFill>
          <p:spPr>
            <a:xfrm>
              <a:off x="-1674791" y="-2620111"/>
              <a:ext cx="5457352" cy="5143501"/>
            </a:xfrm>
            <a:prstGeom prst="rect">
              <a:avLst/>
            </a:prstGeom>
            <a:noFill/>
            <a:ln>
              <a:noFill/>
            </a:ln>
          </p:spPr>
        </p:pic>
      </p:grpSp>
      <p:sp>
        <p:nvSpPr>
          <p:cNvPr id="91" name="Google Shape;91;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2" name="Google Shape;92;p13"/>
          <p:cNvSpPr txBox="1">
            <a:spLocks noGrp="1"/>
          </p:cNvSpPr>
          <p:nvPr>
            <p:ph type="title" idx="2" hasCustomPrompt="1"/>
          </p:nvPr>
        </p:nvSpPr>
        <p:spPr>
          <a:xfrm>
            <a:off x="720000" y="2055158"/>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1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 name="Google Shape;93;p13"/>
          <p:cNvSpPr txBox="1">
            <a:spLocks noGrp="1"/>
          </p:cNvSpPr>
          <p:nvPr>
            <p:ph type="title" idx="3" hasCustomPrompt="1"/>
          </p:nvPr>
        </p:nvSpPr>
        <p:spPr>
          <a:xfrm>
            <a:off x="720000" y="3260016"/>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1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 name="Google Shape;94;p13"/>
          <p:cNvSpPr txBox="1">
            <a:spLocks noGrp="1"/>
          </p:cNvSpPr>
          <p:nvPr>
            <p:ph type="title" idx="4" hasCustomPrompt="1"/>
          </p:nvPr>
        </p:nvSpPr>
        <p:spPr>
          <a:xfrm>
            <a:off x="3306000" y="2055158"/>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1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5" name="Google Shape;95;p13"/>
          <p:cNvSpPr txBox="1">
            <a:spLocks noGrp="1"/>
          </p:cNvSpPr>
          <p:nvPr>
            <p:ph type="title" idx="5" hasCustomPrompt="1"/>
          </p:nvPr>
        </p:nvSpPr>
        <p:spPr>
          <a:xfrm>
            <a:off x="3306000" y="3260016"/>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1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6" name="Google Shape;96;p13"/>
          <p:cNvSpPr txBox="1">
            <a:spLocks noGrp="1"/>
          </p:cNvSpPr>
          <p:nvPr>
            <p:ph type="title" idx="6" hasCustomPrompt="1"/>
          </p:nvPr>
        </p:nvSpPr>
        <p:spPr>
          <a:xfrm>
            <a:off x="5892000" y="2055158"/>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1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7" name="Google Shape;97;p13"/>
          <p:cNvSpPr txBox="1">
            <a:spLocks noGrp="1"/>
          </p:cNvSpPr>
          <p:nvPr>
            <p:ph type="title" idx="7" hasCustomPrompt="1"/>
          </p:nvPr>
        </p:nvSpPr>
        <p:spPr>
          <a:xfrm>
            <a:off x="5892000" y="3260016"/>
            <a:ext cx="734700" cy="44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1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8" name="Google Shape;98;p13"/>
          <p:cNvSpPr txBox="1">
            <a:spLocks noGrp="1"/>
          </p:cNvSpPr>
          <p:nvPr>
            <p:ph type="subTitle" idx="1"/>
          </p:nvPr>
        </p:nvSpPr>
        <p:spPr>
          <a:xfrm>
            <a:off x="720000" y="2502700"/>
            <a:ext cx="2532000" cy="49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Inter Tight SemiBold"/>
                <a:ea typeface="Inter Tight SemiBold"/>
                <a:cs typeface="Inter Tight SemiBold"/>
                <a:sym typeface="Inter Tight SemiBol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9" name="Google Shape;99;p13"/>
          <p:cNvSpPr txBox="1">
            <a:spLocks noGrp="1"/>
          </p:cNvSpPr>
          <p:nvPr>
            <p:ph type="subTitle" idx="8"/>
          </p:nvPr>
        </p:nvSpPr>
        <p:spPr>
          <a:xfrm>
            <a:off x="3306000" y="2502700"/>
            <a:ext cx="2532000" cy="49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Inter Tight SemiBold"/>
                <a:ea typeface="Inter Tight SemiBold"/>
                <a:cs typeface="Inter Tight SemiBold"/>
                <a:sym typeface="Inter Tight SemiBol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0" name="Google Shape;100;p13"/>
          <p:cNvSpPr txBox="1">
            <a:spLocks noGrp="1"/>
          </p:cNvSpPr>
          <p:nvPr>
            <p:ph type="subTitle" idx="9"/>
          </p:nvPr>
        </p:nvSpPr>
        <p:spPr>
          <a:xfrm>
            <a:off x="5892000" y="2502700"/>
            <a:ext cx="2532000" cy="49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Inter Tight SemiBold"/>
                <a:ea typeface="Inter Tight SemiBold"/>
                <a:cs typeface="Inter Tight SemiBold"/>
                <a:sym typeface="Inter Tight SemiBol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1" name="Google Shape;101;p13"/>
          <p:cNvSpPr txBox="1">
            <a:spLocks noGrp="1"/>
          </p:cNvSpPr>
          <p:nvPr>
            <p:ph type="subTitle" idx="13"/>
          </p:nvPr>
        </p:nvSpPr>
        <p:spPr>
          <a:xfrm>
            <a:off x="720000" y="3707625"/>
            <a:ext cx="25320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Inter Tight SemiBold"/>
                <a:ea typeface="Inter Tight SemiBold"/>
                <a:cs typeface="Inter Tight SemiBold"/>
                <a:sym typeface="Inter Tight SemiBol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2" name="Google Shape;102;p13"/>
          <p:cNvSpPr txBox="1">
            <a:spLocks noGrp="1"/>
          </p:cNvSpPr>
          <p:nvPr>
            <p:ph type="subTitle" idx="14"/>
          </p:nvPr>
        </p:nvSpPr>
        <p:spPr>
          <a:xfrm>
            <a:off x="3306000" y="3707625"/>
            <a:ext cx="25320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Inter Tight SemiBold"/>
                <a:ea typeface="Inter Tight SemiBold"/>
                <a:cs typeface="Inter Tight SemiBold"/>
                <a:sym typeface="Inter Tight SemiBol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3" name="Google Shape;103;p13"/>
          <p:cNvSpPr txBox="1">
            <a:spLocks noGrp="1"/>
          </p:cNvSpPr>
          <p:nvPr>
            <p:ph type="subTitle" idx="15"/>
          </p:nvPr>
        </p:nvSpPr>
        <p:spPr>
          <a:xfrm>
            <a:off x="5892000" y="3707625"/>
            <a:ext cx="25320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Inter Tight SemiBold"/>
                <a:ea typeface="Inter Tight SemiBold"/>
                <a:cs typeface="Inter Tight SemiBold"/>
                <a:sym typeface="Inter Tight SemiBold"/>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1311035" y="1131361"/>
            <a:ext cx="3205500" cy="1055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6" name="Google Shape;106;p14"/>
          <p:cNvSpPr txBox="1">
            <a:spLocks noGrp="1"/>
          </p:cNvSpPr>
          <p:nvPr>
            <p:ph type="subTitle" idx="1"/>
          </p:nvPr>
        </p:nvSpPr>
        <p:spPr>
          <a:xfrm>
            <a:off x="863275" y="2263250"/>
            <a:ext cx="4902000" cy="162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0"/>
              </a:spcBef>
              <a:spcAft>
                <a:spcPts val="0"/>
              </a:spcAft>
              <a:buSzPts val="1200"/>
              <a:buAutoNum type="alphaLcPeriod"/>
              <a:defRPr/>
            </a:lvl2pPr>
            <a:lvl3pPr lvl="2" algn="ctr" rtl="0">
              <a:lnSpc>
                <a:spcPct val="100000"/>
              </a:lnSpc>
              <a:spcBef>
                <a:spcPts val="0"/>
              </a:spcBef>
              <a:spcAft>
                <a:spcPts val="0"/>
              </a:spcAft>
              <a:buSzPts val="1200"/>
              <a:buAutoNum type="romanLcPeriod"/>
              <a:defRPr/>
            </a:lvl3pPr>
            <a:lvl4pPr lvl="3" algn="ctr" rtl="0">
              <a:lnSpc>
                <a:spcPct val="100000"/>
              </a:lnSpc>
              <a:spcBef>
                <a:spcPts val="0"/>
              </a:spcBef>
              <a:spcAft>
                <a:spcPts val="0"/>
              </a:spcAft>
              <a:buSzPts val="1200"/>
              <a:buAutoNum type="arabicPeriod"/>
              <a:defRPr/>
            </a:lvl4pPr>
            <a:lvl5pPr lvl="4" algn="ctr" rtl="0">
              <a:lnSpc>
                <a:spcPct val="100000"/>
              </a:lnSpc>
              <a:spcBef>
                <a:spcPts val="0"/>
              </a:spcBef>
              <a:spcAft>
                <a:spcPts val="0"/>
              </a:spcAft>
              <a:buSzPts val="1200"/>
              <a:buAutoNum type="alphaLcPeriod"/>
              <a:defRPr/>
            </a:lvl5pPr>
            <a:lvl6pPr lvl="5" algn="ctr" rtl="0">
              <a:lnSpc>
                <a:spcPct val="100000"/>
              </a:lnSpc>
              <a:spcBef>
                <a:spcPts val="0"/>
              </a:spcBef>
              <a:spcAft>
                <a:spcPts val="0"/>
              </a:spcAft>
              <a:buSzPts val="1200"/>
              <a:buAutoNum type="romanLcPeriod"/>
              <a:defRPr/>
            </a:lvl6pPr>
            <a:lvl7pPr lvl="6" algn="ctr" rtl="0">
              <a:lnSpc>
                <a:spcPct val="100000"/>
              </a:lnSpc>
              <a:spcBef>
                <a:spcPts val="0"/>
              </a:spcBef>
              <a:spcAft>
                <a:spcPts val="0"/>
              </a:spcAft>
              <a:buSzPts val="1200"/>
              <a:buAutoNum type="arabicPeriod"/>
              <a:defRPr/>
            </a:lvl7pPr>
            <a:lvl8pPr lvl="7" algn="ctr" rtl="0">
              <a:lnSpc>
                <a:spcPct val="100000"/>
              </a:lnSpc>
              <a:spcBef>
                <a:spcPts val="0"/>
              </a:spcBef>
              <a:spcAft>
                <a:spcPts val="0"/>
              </a:spcAft>
              <a:buSzPts val="1200"/>
              <a:buAutoNum type="alphaLcPeriod"/>
              <a:defRPr/>
            </a:lvl8pPr>
            <a:lvl9pPr lvl="8" algn="ctr" rtl="0">
              <a:lnSpc>
                <a:spcPct val="100000"/>
              </a:lnSpc>
              <a:spcBef>
                <a:spcPts val="0"/>
              </a:spcBef>
              <a:spcAft>
                <a:spcPts val="0"/>
              </a:spcAft>
              <a:buSzPts val="1200"/>
              <a:buAutoNum type="romanLcPeriod"/>
              <a:defRPr/>
            </a:lvl9pPr>
          </a:lstStyle>
          <a:p>
            <a:endParaRPr/>
          </a:p>
        </p:txBody>
      </p:sp>
      <p:grpSp>
        <p:nvGrpSpPr>
          <p:cNvPr id="107" name="Google Shape;107;p14"/>
          <p:cNvGrpSpPr/>
          <p:nvPr/>
        </p:nvGrpSpPr>
        <p:grpSpPr>
          <a:xfrm>
            <a:off x="-2445725" y="-311661"/>
            <a:ext cx="5131526" cy="8064530"/>
            <a:chOff x="-2329975" y="-710986"/>
            <a:chExt cx="5131526" cy="8064530"/>
          </a:xfrm>
        </p:grpSpPr>
        <p:pic>
          <p:nvPicPr>
            <p:cNvPr id="108" name="Google Shape;108;p14"/>
            <p:cNvPicPr preferRelativeResize="0"/>
            <p:nvPr/>
          </p:nvPicPr>
          <p:blipFill>
            <a:blip r:embed="rId2">
              <a:alphaModFix/>
            </a:blip>
            <a:stretch>
              <a:fillRect/>
            </a:stretch>
          </p:blipFill>
          <p:spPr>
            <a:xfrm>
              <a:off x="-2329975" y="2638217"/>
              <a:ext cx="5131526" cy="4715327"/>
            </a:xfrm>
            <a:prstGeom prst="rect">
              <a:avLst/>
            </a:prstGeom>
            <a:noFill/>
            <a:ln>
              <a:noFill/>
            </a:ln>
          </p:spPr>
        </p:pic>
        <p:pic>
          <p:nvPicPr>
            <p:cNvPr id="109" name="Google Shape;109;p14"/>
            <p:cNvPicPr preferRelativeResize="0"/>
            <p:nvPr/>
          </p:nvPicPr>
          <p:blipFill>
            <a:blip r:embed="rId3">
              <a:alphaModFix/>
            </a:blip>
            <a:stretch>
              <a:fillRect/>
            </a:stretch>
          </p:blipFill>
          <p:spPr>
            <a:xfrm>
              <a:off x="-1308112" y="-710986"/>
              <a:ext cx="2212193" cy="5143501"/>
            </a:xfrm>
            <a:prstGeom prst="rect">
              <a:avLst/>
            </a:prstGeom>
            <a:noFill/>
            <a:ln>
              <a:noFill/>
            </a:ln>
          </p:spPr>
        </p:pic>
      </p:grpSp>
      <p:pic>
        <p:nvPicPr>
          <p:cNvPr id="110" name="Google Shape;110;p14"/>
          <p:cNvPicPr preferRelativeResize="0"/>
          <p:nvPr/>
        </p:nvPicPr>
        <p:blipFill>
          <a:blip r:embed="rId4">
            <a:alphaModFix/>
          </a:blip>
          <a:stretch>
            <a:fillRect/>
          </a:stretch>
        </p:blipFill>
        <p:spPr>
          <a:xfrm rot="5400000">
            <a:off x="2690034" y="3769114"/>
            <a:ext cx="3568151" cy="514350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CUSTOM_4_1">
    <p:spTree>
      <p:nvGrpSpPr>
        <p:cNvPr id="1" name="Shape 111"/>
        <p:cNvGrpSpPr/>
        <p:nvPr/>
      </p:nvGrpSpPr>
      <p:grpSpPr>
        <a:xfrm>
          <a:off x="0" y="0"/>
          <a:ext cx="0" cy="0"/>
          <a:chOff x="0" y="0"/>
          <a:chExt cx="0" cy="0"/>
        </a:xfrm>
      </p:grpSpPr>
      <p:sp>
        <p:nvSpPr>
          <p:cNvPr id="112" name="Google Shape;112;p15"/>
          <p:cNvSpPr>
            <a:spLocks noGrp="1"/>
          </p:cNvSpPr>
          <p:nvPr>
            <p:ph type="pic" idx="2"/>
          </p:nvPr>
        </p:nvSpPr>
        <p:spPr>
          <a:xfrm>
            <a:off x="5619152" y="539500"/>
            <a:ext cx="2811600" cy="4064400"/>
          </a:xfrm>
          <a:prstGeom prst="rect">
            <a:avLst/>
          </a:prstGeom>
          <a:noFill/>
          <a:ln>
            <a:noFill/>
          </a:ln>
        </p:spPr>
      </p:sp>
      <p:grpSp>
        <p:nvGrpSpPr>
          <p:cNvPr id="113" name="Google Shape;113;p15"/>
          <p:cNvGrpSpPr/>
          <p:nvPr/>
        </p:nvGrpSpPr>
        <p:grpSpPr>
          <a:xfrm>
            <a:off x="-1070841" y="-1166586"/>
            <a:ext cx="12267626" cy="9224051"/>
            <a:chOff x="-1070841" y="-1166586"/>
            <a:chExt cx="12267626" cy="9224051"/>
          </a:xfrm>
        </p:grpSpPr>
        <p:pic>
          <p:nvPicPr>
            <p:cNvPr id="114" name="Google Shape;114;p15"/>
            <p:cNvPicPr preferRelativeResize="0"/>
            <p:nvPr/>
          </p:nvPicPr>
          <p:blipFill>
            <a:blip r:embed="rId2">
              <a:alphaModFix/>
            </a:blip>
            <a:stretch>
              <a:fillRect/>
            </a:stretch>
          </p:blipFill>
          <p:spPr>
            <a:xfrm>
              <a:off x="7628634" y="2913964"/>
              <a:ext cx="3568151" cy="5143501"/>
            </a:xfrm>
            <a:prstGeom prst="rect">
              <a:avLst/>
            </a:prstGeom>
            <a:noFill/>
            <a:ln>
              <a:noFill/>
            </a:ln>
          </p:spPr>
        </p:pic>
        <p:pic>
          <p:nvPicPr>
            <p:cNvPr id="115" name="Google Shape;115;p15"/>
            <p:cNvPicPr preferRelativeResize="0"/>
            <p:nvPr/>
          </p:nvPicPr>
          <p:blipFill>
            <a:blip r:embed="rId2">
              <a:alphaModFix/>
            </a:blip>
            <a:stretch>
              <a:fillRect/>
            </a:stretch>
          </p:blipFill>
          <p:spPr>
            <a:xfrm>
              <a:off x="-1070841" y="-1166586"/>
              <a:ext cx="3568151" cy="5143501"/>
            </a:xfrm>
            <a:prstGeom prst="rect">
              <a:avLst/>
            </a:prstGeom>
            <a:noFill/>
            <a:ln>
              <a:noFill/>
            </a:ln>
          </p:spPr>
        </p:pic>
      </p:grpSp>
      <p:sp>
        <p:nvSpPr>
          <p:cNvPr id="116" name="Google Shape;116;p15"/>
          <p:cNvSpPr txBox="1">
            <a:spLocks noGrp="1"/>
          </p:cNvSpPr>
          <p:nvPr>
            <p:ph type="title"/>
          </p:nvPr>
        </p:nvSpPr>
        <p:spPr>
          <a:xfrm>
            <a:off x="713225" y="615700"/>
            <a:ext cx="4169700" cy="537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7" name="Google Shape;117;p15"/>
          <p:cNvSpPr txBox="1">
            <a:spLocks noGrp="1"/>
          </p:cNvSpPr>
          <p:nvPr>
            <p:ph type="subTitle" idx="1"/>
          </p:nvPr>
        </p:nvSpPr>
        <p:spPr>
          <a:xfrm>
            <a:off x="713225" y="1059125"/>
            <a:ext cx="4169700" cy="692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8" name="Google Shape;118;p15"/>
          <p:cNvSpPr>
            <a:spLocks noGrp="1"/>
          </p:cNvSpPr>
          <p:nvPr>
            <p:ph type="pic" idx="3"/>
          </p:nvPr>
        </p:nvSpPr>
        <p:spPr>
          <a:xfrm>
            <a:off x="3983848" y="1903775"/>
            <a:ext cx="1566600" cy="2700300"/>
          </a:xfrm>
          <a:prstGeom prst="rect">
            <a:avLst/>
          </a:prstGeom>
          <a:noFill/>
          <a:ln>
            <a:noFill/>
          </a:ln>
        </p:spPr>
      </p:sp>
      <p:sp>
        <p:nvSpPr>
          <p:cNvPr id="119" name="Google Shape;119;p15"/>
          <p:cNvSpPr>
            <a:spLocks noGrp="1"/>
          </p:cNvSpPr>
          <p:nvPr>
            <p:ph type="pic" idx="4"/>
          </p:nvPr>
        </p:nvSpPr>
        <p:spPr>
          <a:xfrm>
            <a:off x="2348536" y="1903775"/>
            <a:ext cx="1566600" cy="2700300"/>
          </a:xfrm>
          <a:prstGeom prst="rect">
            <a:avLst/>
          </a:prstGeom>
          <a:noFill/>
          <a:ln>
            <a:noFill/>
          </a:ln>
        </p:spPr>
      </p:sp>
      <p:sp>
        <p:nvSpPr>
          <p:cNvPr id="120" name="Google Shape;120;p15"/>
          <p:cNvSpPr>
            <a:spLocks noGrp="1"/>
          </p:cNvSpPr>
          <p:nvPr>
            <p:ph type="pic" idx="5"/>
          </p:nvPr>
        </p:nvSpPr>
        <p:spPr>
          <a:xfrm>
            <a:off x="713225" y="1903775"/>
            <a:ext cx="1566600" cy="27003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2">
  <p:cSld name="CUSTOM_4_1_1">
    <p:spTree>
      <p:nvGrpSpPr>
        <p:cNvPr id="1" name="Shape 121"/>
        <p:cNvGrpSpPr/>
        <p:nvPr/>
      </p:nvGrpSpPr>
      <p:grpSpPr>
        <a:xfrm>
          <a:off x="0" y="0"/>
          <a:ext cx="0" cy="0"/>
          <a:chOff x="0" y="0"/>
          <a:chExt cx="0" cy="0"/>
        </a:xfrm>
      </p:grpSpPr>
      <p:grpSp>
        <p:nvGrpSpPr>
          <p:cNvPr id="122" name="Google Shape;122;p16"/>
          <p:cNvGrpSpPr/>
          <p:nvPr/>
        </p:nvGrpSpPr>
        <p:grpSpPr>
          <a:xfrm>
            <a:off x="-2229251" y="-3828038"/>
            <a:ext cx="14938977" cy="12282002"/>
            <a:chOff x="-2229251" y="-3828038"/>
            <a:chExt cx="14938977" cy="12282002"/>
          </a:xfrm>
        </p:grpSpPr>
        <p:pic>
          <p:nvPicPr>
            <p:cNvPr id="123" name="Google Shape;123;p16"/>
            <p:cNvPicPr preferRelativeResize="0"/>
            <p:nvPr/>
          </p:nvPicPr>
          <p:blipFill>
            <a:blip r:embed="rId2">
              <a:alphaModFix/>
            </a:blip>
            <a:stretch>
              <a:fillRect/>
            </a:stretch>
          </p:blipFill>
          <p:spPr>
            <a:xfrm rot="-2035770" flipH="1">
              <a:off x="6733124" y="-2880637"/>
              <a:ext cx="4963721" cy="5143499"/>
            </a:xfrm>
            <a:prstGeom prst="rect">
              <a:avLst/>
            </a:prstGeom>
            <a:noFill/>
            <a:ln>
              <a:noFill/>
            </a:ln>
          </p:spPr>
        </p:pic>
        <p:pic>
          <p:nvPicPr>
            <p:cNvPr id="124" name="Google Shape;124;p16"/>
            <p:cNvPicPr preferRelativeResize="0"/>
            <p:nvPr/>
          </p:nvPicPr>
          <p:blipFill>
            <a:blip r:embed="rId2">
              <a:alphaModFix/>
            </a:blip>
            <a:stretch>
              <a:fillRect/>
            </a:stretch>
          </p:blipFill>
          <p:spPr>
            <a:xfrm>
              <a:off x="-2229251" y="3310464"/>
              <a:ext cx="4963722" cy="5143501"/>
            </a:xfrm>
            <a:prstGeom prst="rect">
              <a:avLst/>
            </a:prstGeom>
            <a:noFill/>
            <a:ln>
              <a:noFill/>
            </a:ln>
          </p:spPr>
        </p:pic>
      </p:grpSp>
      <p:grpSp>
        <p:nvGrpSpPr>
          <p:cNvPr id="125" name="Google Shape;125;p16"/>
          <p:cNvGrpSpPr/>
          <p:nvPr/>
        </p:nvGrpSpPr>
        <p:grpSpPr>
          <a:xfrm>
            <a:off x="-4580566" y="-837087"/>
            <a:ext cx="13672651" cy="8872426"/>
            <a:chOff x="-4580566" y="-782962"/>
            <a:chExt cx="13672651" cy="8872426"/>
          </a:xfrm>
        </p:grpSpPr>
        <p:pic>
          <p:nvPicPr>
            <p:cNvPr id="126" name="Google Shape;126;p16"/>
            <p:cNvPicPr preferRelativeResize="0"/>
            <p:nvPr/>
          </p:nvPicPr>
          <p:blipFill>
            <a:blip r:embed="rId3">
              <a:alphaModFix/>
            </a:blip>
            <a:stretch>
              <a:fillRect/>
            </a:stretch>
          </p:blipFill>
          <p:spPr>
            <a:xfrm rot="5400000">
              <a:off x="4736259" y="3733639"/>
              <a:ext cx="3568151" cy="5143501"/>
            </a:xfrm>
            <a:prstGeom prst="rect">
              <a:avLst/>
            </a:prstGeom>
            <a:noFill/>
            <a:ln>
              <a:noFill/>
            </a:ln>
          </p:spPr>
        </p:pic>
        <p:pic>
          <p:nvPicPr>
            <p:cNvPr id="127" name="Google Shape;127;p16"/>
            <p:cNvPicPr preferRelativeResize="0"/>
            <p:nvPr/>
          </p:nvPicPr>
          <p:blipFill>
            <a:blip r:embed="rId3">
              <a:alphaModFix/>
            </a:blip>
            <a:stretch>
              <a:fillRect/>
            </a:stretch>
          </p:blipFill>
          <p:spPr>
            <a:xfrm rot="5400000">
              <a:off x="-3792891" y="-1570636"/>
              <a:ext cx="3568151" cy="5143501"/>
            </a:xfrm>
            <a:prstGeom prst="rect">
              <a:avLst/>
            </a:prstGeom>
            <a:noFill/>
            <a:ln>
              <a:noFill/>
            </a:ln>
          </p:spPr>
        </p:pic>
      </p:grpSp>
      <p:sp>
        <p:nvSpPr>
          <p:cNvPr id="128" name="Google Shape;128;p16"/>
          <p:cNvSpPr txBox="1">
            <a:spLocks noGrp="1"/>
          </p:cNvSpPr>
          <p:nvPr>
            <p:ph type="title"/>
          </p:nvPr>
        </p:nvSpPr>
        <p:spPr>
          <a:xfrm>
            <a:off x="722376" y="448056"/>
            <a:ext cx="77085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9" name="Google Shape;129;p16"/>
          <p:cNvSpPr txBox="1">
            <a:spLocks noGrp="1"/>
          </p:cNvSpPr>
          <p:nvPr>
            <p:ph type="subTitle" idx="1"/>
          </p:nvPr>
        </p:nvSpPr>
        <p:spPr>
          <a:xfrm>
            <a:off x="713225" y="1124700"/>
            <a:ext cx="7708500" cy="121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0"/>
              </a:spcBef>
              <a:spcAft>
                <a:spcPts val="0"/>
              </a:spcAft>
              <a:buSzPts val="1200"/>
              <a:buChar char="■"/>
              <a:defRPr/>
            </a:lvl3pPr>
            <a:lvl4pPr lvl="3" algn="ctr" rtl="0">
              <a:lnSpc>
                <a:spcPct val="100000"/>
              </a:lnSpc>
              <a:spcBef>
                <a:spcPts val="0"/>
              </a:spcBef>
              <a:spcAft>
                <a:spcPts val="0"/>
              </a:spcAft>
              <a:buSzPts val="1200"/>
              <a:buChar char="●"/>
              <a:defRPr/>
            </a:lvl4pPr>
            <a:lvl5pPr lvl="4" algn="ctr" rtl="0">
              <a:lnSpc>
                <a:spcPct val="100000"/>
              </a:lnSpc>
              <a:spcBef>
                <a:spcPts val="0"/>
              </a:spcBef>
              <a:spcAft>
                <a:spcPts val="0"/>
              </a:spcAft>
              <a:buSzPts val="1200"/>
              <a:buChar char="○"/>
              <a:defRPr/>
            </a:lvl5pPr>
            <a:lvl6pPr lvl="5" algn="ctr" rtl="0">
              <a:lnSpc>
                <a:spcPct val="100000"/>
              </a:lnSpc>
              <a:spcBef>
                <a:spcPts val="0"/>
              </a:spcBef>
              <a:spcAft>
                <a:spcPts val="0"/>
              </a:spcAft>
              <a:buSzPts val="1200"/>
              <a:buChar char="■"/>
              <a:defRPr/>
            </a:lvl6pPr>
            <a:lvl7pPr lvl="6" algn="ctr" rtl="0">
              <a:lnSpc>
                <a:spcPct val="100000"/>
              </a:lnSpc>
              <a:spcBef>
                <a:spcPts val="0"/>
              </a:spcBef>
              <a:spcAft>
                <a:spcPts val="0"/>
              </a:spcAft>
              <a:buSzPts val="1200"/>
              <a:buChar char="●"/>
              <a:defRPr/>
            </a:lvl7pPr>
            <a:lvl8pPr lvl="7" algn="ctr" rtl="0">
              <a:lnSpc>
                <a:spcPct val="100000"/>
              </a:lnSpc>
              <a:spcBef>
                <a:spcPts val="0"/>
              </a:spcBef>
              <a:spcAft>
                <a:spcPts val="0"/>
              </a:spcAft>
              <a:buSzPts val="1200"/>
              <a:buChar char="○"/>
              <a:defRPr/>
            </a:lvl8pPr>
            <a:lvl9pPr lvl="8" algn="ctr" rtl="0">
              <a:lnSpc>
                <a:spcPct val="100000"/>
              </a:lnSpc>
              <a:spcBef>
                <a:spcPts val="0"/>
              </a:spcBef>
              <a:spcAft>
                <a:spcPts val="0"/>
              </a:spcAft>
              <a:buSzPts val="12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80"/>
        <p:cNvGrpSpPr/>
        <p:nvPr/>
      </p:nvGrpSpPr>
      <p:grpSpPr>
        <a:xfrm>
          <a:off x="0" y="0"/>
          <a:ext cx="0" cy="0"/>
          <a:chOff x="0" y="0"/>
          <a:chExt cx="0" cy="0"/>
        </a:xfrm>
      </p:grpSpPr>
      <p:grpSp>
        <p:nvGrpSpPr>
          <p:cNvPr id="181" name="Google Shape;181;p21"/>
          <p:cNvGrpSpPr/>
          <p:nvPr/>
        </p:nvGrpSpPr>
        <p:grpSpPr>
          <a:xfrm>
            <a:off x="-710227" y="-1946337"/>
            <a:ext cx="13051419" cy="7258242"/>
            <a:chOff x="-710227" y="-1946337"/>
            <a:chExt cx="13051419" cy="7258242"/>
          </a:xfrm>
        </p:grpSpPr>
        <p:pic>
          <p:nvPicPr>
            <p:cNvPr id="182" name="Google Shape;182;p21"/>
            <p:cNvPicPr preferRelativeResize="0"/>
            <p:nvPr/>
          </p:nvPicPr>
          <p:blipFill>
            <a:blip r:embed="rId2">
              <a:alphaModFix/>
            </a:blip>
            <a:stretch>
              <a:fillRect/>
            </a:stretch>
          </p:blipFill>
          <p:spPr>
            <a:xfrm>
              <a:off x="2006237" y="214087"/>
              <a:ext cx="5131526" cy="4715327"/>
            </a:xfrm>
            <a:prstGeom prst="rect">
              <a:avLst/>
            </a:prstGeom>
            <a:noFill/>
            <a:ln>
              <a:noFill/>
            </a:ln>
          </p:spPr>
        </p:pic>
        <p:pic>
          <p:nvPicPr>
            <p:cNvPr id="183" name="Google Shape;183;p21"/>
            <p:cNvPicPr preferRelativeResize="0"/>
            <p:nvPr/>
          </p:nvPicPr>
          <p:blipFill>
            <a:blip r:embed="rId3">
              <a:alphaModFix/>
            </a:blip>
            <a:stretch>
              <a:fillRect/>
            </a:stretch>
          </p:blipFill>
          <p:spPr>
            <a:xfrm flipH="1">
              <a:off x="-710227" y="-1946337"/>
              <a:ext cx="2665873" cy="4838703"/>
            </a:xfrm>
            <a:prstGeom prst="rect">
              <a:avLst/>
            </a:prstGeom>
            <a:noFill/>
            <a:ln>
              <a:noFill/>
            </a:ln>
          </p:spPr>
        </p:pic>
        <p:pic>
          <p:nvPicPr>
            <p:cNvPr id="184" name="Google Shape;184;p21"/>
            <p:cNvPicPr preferRelativeResize="0"/>
            <p:nvPr/>
          </p:nvPicPr>
          <p:blipFill>
            <a:blip r:embed="rId4">
              <a:alphaModFix/>
            </a:blip>
            <a:stretch>
              <a:fillRect/>
            </a:stretch>
          </p:blipFill>
          <p:spPr>
            <a:xfrm rot="-5714406">
              <a:off x="7071662" y="33790"/>
              <a:ext cx="4963721" cy="5143500"/>
            </a:xfrm>
            <a:prstGeom prst="rect">
              <a:avLst/>
            </a:prstGeom>
            <a:noFill/>
            <a:ln>
              <a:noFill/>
            </a:ln>
          </p:spPr>
        </p:pic>
      </p:grpSp>
      <p:sp>
        <p:nvSpPr>
          <p:cNvPr id="185" name="Google Shape;185;p21"/>
          <p:cNvSpPr txBox="1">
            <a:spLocks noGrp="1"/>
          </p:cNvSpPr>
          <p:nvPr>
            <p:ph type="title" hasCustomPrompt="1"/>
          </p:nvPr>
        </p:nvSpPr>
        <p:spPr>
          <a:xfrm>
            <a:off x="798375" y="2838925"/>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86" name="Google Shape;186;p21"/>
          <p:cNvSpPr txBox="1">
            <a:spLocks noGrp="1"/>
          </p:cNvSpPr>
          <p:nvPr>
            <p:ph type="subTitle" idx="1"/>
          </p:nvPr>
        </p:nvSpPr>
        <p:spPr>
          <a:xfrm>
            <a:off x="798388" y="3521649"/>
            <a:ext cx="3492600" cy="387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187" name="Google Shape;187;p21"/>
          <p:cNvSpPr txBox="1">
            <a:spLocks noGrp="1"/>
          </p:cNvSpPr>
          <p:nvPr>
            <p:ph type="title" idx="2" hasCustomPrompt="1"/>
          </p:nvPr>
        </p:nvSpPr>
        <p:spPr>
          <a:xfrm>
            <a:off x="2825688" y="1127939"/>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88" name="Google Shape;188;p21"/>
          <p:cNvSpPr txBox="1">
            <a:spLocks noGrp="1"/>
          </p:cNvSpPr>
          <p:nvPr>
            <p:ph type="subTitle" idx="3"/>
          </p:nvPr>
        </p:nvSpPr>
        <p:spPr>
          <a:xfrm>
            <a:off x="2825688" y="1810650"/>
            <a:ext cx="3492600" cy="387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189" name="Google Shape;189;p21"/>
          <p:cNvSpPr txBox="1">
            <a:spLocks noGrp="1"/>
          </p:cNvSpPr>
          <p:nvPr>
            <p:ph type="title" idx="4" hasCustomPrompt="1"/>
          </p:nvPr>
        </p:nvSpPr>
        <p:spPr>
          <a:xfrm>
            <a:off x="4853000" y="2838925"/>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90" name="Google Shape;190;p21"/>
          <p:cNvSpPr txBox="1">
            <a:spLocks noGrp="1"/>
          </p:cNvSpPr>
          <p:nvPr>
            <p:ph type="subTitle" idx="5"/>
          </p:nvPr>
        </p:nvSpPr>
        <p:spPr>
          <a:xfrm>
            <a:off x="4853013" y="3521649"/>
            <a:ext cx="3492600" cy="387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grpSp>
        <p:nvGrpSpPr>
          <p:cNvPr id="191" name="Google Shape;191;p21"/>
          <p:cNvGrpSpPr/>
          <p:nvPr/>
        </p:nvGrpSpPr>
        <p:grpSpPr>
          <a:xfrm>
            <a:off x="288009" y="-1798212"/>
            <a:ext cx="9631151" cy="9027626"/>
            <a:chOff x="288009" y="-1798212"/>
            <a:chExt cx="9631151" cy="9027626"/>
          </a:xfrm>
        </p:grpSpPr>
        <p:pic>
          <p:nvPicPr>
            <p:cNvPr id="192" name="Google Shape;192;p21"/>
            <p:cNvPicPr preferRelativeResize="0"/>
            <p:nvPr/>
          </p:nvPicPr>
          <p:blipFill>
            <a:blip r:embed="rId5">
              <a:alphaModFix/>
            </a:blip>
            <a:stretch>
              <a:fillRect/>
            </a:stretch>
          </p:blipFill>
          <p:spPr>
            <a:xfrm rot="-5400000">
              <a:off x="1075684" y="2873589"/>
              <a:ext cx="3568151" cy="5143501"/>
            </a:xfrm>
            <a:prstGeom prst="rect">
              <a:avLst/>
            </a:prstGeom>
            <a:noFill/>
            <a:ln>
              <a:noFill/>
            </a:ln>
          </p:spPr>
        </p:pic>
        <p:pic>
          <p:nvPicPr>
            <p:cNvPr id="193" name="Google Shape;193;p21"/>
            <p:cNvPicPr preferRelativeResize="0"/>
            <p:nvPr/>
          </p:nvPicPr>
          <p:blipFill>
            <a:blip r:embed="rId5">
              <a:alphaModFix/>
            </a:blip>
            <a:stretch>
              <a:fillRect/>
            </a:stretch>
          </p:blipFill>
          <p:spPr>
            <a:xfrm rot="-5400000" flipH="1">
              <a:off x="5563334" y="-2585886"/>
              <a:ext cx="3568151" cy="5143501"/>
            </a:xfrm>
            <a:prstGeom prst="rect">
              <a:avLst/>
            </a:prstGeom>
            <a:noFill/>
            <a:ln>
              <a:noFill/>
            </a:ln>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94"/>
        <p:cNvGrpSpPr/>
        <p:nvPr/>
      </p:nvGrpSpPr>
      <p:grpSpPr>
        <a:xfrm>
          <a:off x="0" y="0"/>
          <a:ext cx="0" cy="0"/>
          <a:chOff x="0" y="0"/>
          <a:chExt cx="0" cy="0"/>
        </a:xfrm>
      </p:grpSpPr>
      <p:grpSp>
        <p:nvGrpSpPr>
          <p:cNvPr id="195" name="Google Shape;195;p22"/>
          <p:cNvGrpSpPr/>
          <p:nvPr/>
        </p:nvGrpSpPr>
        <p:grpSpPr>
          <a:xfrm>
            <a:off x="-4082466" y="-1601961"/>
            <a:ext cx="14881377" cy="9163526"/>
            <a:chOff x="-4082466" y="-1601961"/>
            <a:chExt cx="14881377" cy="9163526"/>
          </a:xfrm>
        </p:grpSpPr>
        <p:pic>
          <p:nvPicPr>
            <p:cNvPr id="196" name="Google Shape;196;p22"/>
            <p:cNvPicPr preferRelativeResize="0"/>
            <p:nvPr/>
          </p:nvPicPr>
          <p:blipFill>
            <a:blip r:embed="rId2">
              <a:alphaModFix/>
            </a:blip>
            <a:stretch>
              <a:fillRect/>
            </a:stretch>
          </p:blipFill>
          <p:spPr>
            <a:xfrm rot="10800000">
              <a:off x="-4082466" y="-1601961"/>
              <a:ext cx="5457352" cy="5143501"/>
            </a:xfrm>
            <a:prstGeom prst="rect">
              <a:avLst/>
            </a:prstGeom>
            <a:noFill/>
            <a:ln>
              <a:noFill/>
            </a:ln>
          </p:spPr>
        </p:pic>
        <p:pic>
          <p:nvPicPr>
            <p:cNvPr id="197" name="Google Shape;197;p22"/>
            <p:cNvPicPr preferRelativeResize="0"/>
            <p:nvPr/>
          </p:nvPicPr>
          <p:blipFill>
            <a:blip r:embed="rId2">
              <a:alphaModFix/>
            </a:blip>
            <a:stretch>
              <a:fillRect/>
            </a:stretch>
          </p:blipFill>
          <p:spPr>
            <a:xfrm rot="10800000">
              <a:off x="5341559" y="2418064"/>
              <a:ext cx="5457352" cy="5143501"/>
            </a:xfrm>
            <a:prstGeom prst="rect">
              <a:avLst/>
            </a:prstGeom>
            <a:noFill/>
            <a:ln>
              <a:noFill/>
            </a:ln>
          </p:spPr>
        </p:pic>
      </p:grpSp>
      <p:grpSp>
        <p:nvGrpSpPr>
          <p:cNvPr id="198" name="Google Shape;198;p22"/>
          <p:cNvGrpSpPr/>
          <p:nvPr/>
        </p:nvGrpSpPr>
        <p:grpSpPr>
          <a:xfrm>
            <a:off x="-1533166" y="-778720"/>
            <a:ext cx="12974151" cy="7170955"/>
            <a:chOff x="-1533166" y="-778720"/>
            <a:chExt cx="12974151" cy="7170955"/>
          </a:xfrm>
        </p:grpSpPr>
        <p:pic>
          <p:nvPicPr>
            <p:cNvPr id="199" name="Google Shape;199;p22"/>
            <p:cNvPicPr preferRelativeResize="0"/>
            <p:nvPr/>
          </p:nvPicPr>
          <p:blipFill>
            <a:blip r:embed="rId3">
              <a:alphaModFix/>
            </a:blip>
            <a:stretch>
              <a:fillRect/>
            </a:stretch>
          </p:blipFill>
          <p:spPr>
            <a:xfrm rot="-5400000">
              <a:off x="7763138" y="-2244374"/>
              <a:ext cx="2212193" cy="5143501"/>
            </a:xfrm>
            <a:prstGeom prst="rect">
              <a:avLst/>
            </a:prstGeom>
            <a:noFill/>
            <a:ln>
              <a:noFill/>
            </a:ln>
          </p:spPr>
        </p:pic>
        <p:pic>
          <p:nvPicPr>
            <p:cNvPr id="200" name="Google Shape;200;p22"/>
            <p:cNvPicPr preferRelativeResize="0"/>
            <p:nvPr/>
          </p:nvPicPr>
          <p:blipFill>
            <a:blip r:embed="rId3">
              <a:alphaModFix/>
            </a:blip>
            <a:stretch>
              <a:fillRect/>
            </a:stretch>
          </p:blipFill>
          <p:spPr>
            <a:xfrm rot="5400000">
              <a:off x="-67512" y="2714389"/>
              <a:ext cx="2212193" cy="5143501"/>
            </a:xfrm>
            <a:prstGeom prst="rect">
              <a:avLst/>
            </a:prstGeom>
            <a:noFill/>
            <a:ln>
              <a:noFill/>
            </a:ln>
          </p:spPr>
        </p:pic>
      </p:grpSp>
      <p:sp>
        <p:nvSpPr>
          <p:cNvPr id="201" name="Google Shape;201;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10"/>
        <p:cNvGrpSpPr/>
        <p:nvPr/>
      </p:nvGrpSpPr>
      <p:grpSpPr>
        <a:xfrm>
          <a:off x="0" y="0"/>
          <a:ext cx="0" cy="0"/>
          <a:chOff x="0" y="0"/>
          <a:chExt cx="0" cy="0"/>
        </a:xfrm>
      </p:grpSpPr>
      <p:grpSp>
        <p:nvGrpSpPr>
          <p:cNvPr id="211" name="Google Shape;211;p24"/>
          <p:cNvGrpSpPr/>
          <p:nvPr/>
        </p:nvGrpSpPr>
        <p:grpSpPr>
          <a:xfrm>
            <a:off x="-2854916" y="-4416911"/>
            <a:ext cx="9007201" cy="13920701"/>
            <a:chOff x="-2854916" y="-4416911"/>
            <a:chExt cx="9007201" cy="13920701"/>
          </a:xfrm>
        </p:grpSpPr>
        <p:pic>
          <p:nvPicPr>
            <p:cNvPr id="212" name="Google Shape;212;p24"/>
            <p:cNvPicPr preferRelativeResize="0"/>
            <p:nvPr/>
          </p:nvPicPr>
          <p:blipFill>
            <a:blip r:embed="rId2">
              <a:alphaModFix/>
            </a:blip>
            <a:stretch>
              <a:fillRect/>
            </a:stretch>
          </p:blipFill>
          <p:spPr>
            <a:xfrm flipH="1">
              <a:off x="-2854916" y="-60136"/>
              <a:ext cx="3568151" cy="5143501"/>
            </a:xfrm>
            <a:prstGeom prst="rect">
              <a:avLst/>
            </a:prstGeom>
            <a:noFill/>
            <a:ln>
              <a:noFill/>
            </a:ln>
          </p:spPr>
        </p:pic>
        <p:pic>
          <p:nvPicPr>
            <p:cNvPr id="213" name="Google Shape;213;p24"/>
            <p:cNvPicPr preferRelativeResize="0"/>
            <p:nvPr/>
          </p:nvPicPr>
          <p:blipFill>
            <a:blip r:embed="rId2">
              <a:alphaModFix/>
            </a:blip>
            <a:stretch>
              <a:fillRect/>
            </a:stretch>
          </p:blipFill>
          <p:spPr>
            <a:xfrm>
              <a:off x="2584134" y="4360289"/>
              <a:ext cx="3568151" cy="5143501"/>
            </a:xfrm>
            <a:prstGeom prst="rect">
              <a:avLst/>
            </a:prstGeom>
            <a:noFill/>
            <a:ln>
              <a:noFill/>
            </a:ln>
          </p:spPr>
        </p:pic>
        <p:pic>
          <p:nvPicPr>
            <p:cNvPr id="214" name="Google Shape;214;p24"/>
            <p:cNvPicPr preferRelativeResize="0"/>
            <p:nvPr/>
          </p:nvPicPr>
          <p:blipFill>
            <a:blip r:embed="rId2">
              <a:alphaModFix/>
            </a:blip>
            <a:stretch>
              <a:fillRect/>
            </a:stretch>
          </p:blipFill>
          <p:spPr>
            <a:xfrm>
              <a:off x="1593184" y="-4416911"/>
              <a:ext cx="3568151" cy="5143501"/>
            </a:xfrm>
            <a:prstGeom prst="rect">
              <a:avLst/>
            </a:prstGeom>
            <a:noFill/>
            <a:ln>
              <a:noFill/>
            </a:ln>
          </p:spPr>
        </p:pic>
      </p:grpSp>
      <p:sp>
        <p:nvSpPr>
          <p:cNvPr id="215" name="Google Shape;215;p24"/>
          <p:cNvSpPr txBox="1">
            <a:spLocks noGrp="1"/>
          </p:cNvSpPr>
          <p:nvPr>
            <p:ph type="title"/>
          </p:nvPr>
        </p:nvSpPr>
        <p:spPr>
          <a:xfrm>
            <a:off x="713225" y="1128750"/>
            <a:ext cx="4448100" cy="9255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6" name="Google Shape;216;p24"/>
          <p:cNvSpPr txBox="1">
            <a:spLocks noGrp="1"/>
          </p:cNvSpPr>
          <p:nvPr>
            <p:ph type="subTitle" idx="1"/>
          </p:nvPr>
        </p:nvSpPr>
        <p:spPr>
          <a:xfrm>
            <a:off x="713225" y="1910002"/>
            <a:ext cx="4448100" cy="809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7" name="Google Shape;217;p24"/>
          <p:cNvSpPr txBox="1"/>
          <p:nvPr/>
        </p:nvSpPr>
        <p:spPr>
          <a:xfrm>
            <a:off x="713225" y="3352225"/>
            <a:ext cx="4080600" cy="5562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b="1">
                <a:solidFill>
                  <a:schemeClr val="dk1"/>
                </a:solidFill>
                <a:latin typeface="Heebo"/>
                <a:ea typeface="Heebo"/>
                <a:cs typeface="Heebo"/>
                <a:sym typeface="Heebo"/>
              </a:rPr>
              <a:t>CREDITS:</a:t>
            </a:r>
            <a:r>
              <a:rPr lang="en" sz="1000">
                <a:solidFill>
                  <a:schemeClr val="dk1"/>
                </a:solidFill>
                <a:latin typeface="Heebo"/>
                <a:ea typeface="Heebo"/>
                <a:cs typeface="Heebo"/>
                <a:sym typeface="Heebo"/>
              </a:rPr>
              <a:t> This presentation template was created by </a:t>
            </a:r>
            <a:r>
              <a:rPr lang="en" sz="1000" b="1" u="sng">
                <a:solidFill>
                  <a:schemeClr val="dk1"/>
                </a:solidFill>
                <a:latin typeface="Heebo"/>
                <a:ea typeface="Heebo"/>
                <a:cs typeface="Heebo"/>
                <a:sym typeface="Heebo"/>
                <a:hlinkClick r:id="rId3">
                  <a:extLst>
                    <a:ext uri="{A12FA001-AC4F-418D-AE19-62706E023703}">
                      <ahyp:hlinkClr xmlns:ahyp="http://schemas.microsoft.com/office/drawing/2018/hyperlinkcolor" val="tx"/>
                    </a:ext>
                  </a:extLst>
                </a:hlinkClick>
              </a:rPr>
              <a:t>Slidesgo</a:t>
            </a:r>
            <a:r>
              <a:rPr lang="en" sz="1000">
                <a:solidFill>
                  <a:schemeClr val="dk1"/>
                </a:solidFill>
                <a:latin typeface="Heebo"/>
                <a:ea typeface="Heebo"/>
                <a:cs typeface="Heebo"/>
                <a:sym typeface="Heebo"/>
              </a:rPr>
              <a:t>, and includes icons by </a:t>
            </a:r>
            <a:r>
              <a:rPr lang="en" sz="1000" b="1" u="sng">
                <a:solidFill>
                  <a:schemeClr val="dk1"/>
                </a:solidFill>
                <a:latin typeface="Heebo"/>
                <a:ea typeface="Heebo"/>
                <a:cs typeface="Heebo"/>
                <a:sym typeface="Heebo"/>
                <a:hlinkClick r:id="rId4">
                  <a:extLst>
                    <a:ext uri="{A12FA001-AC4F-418D-AE19-62706E023703}">
                      <ahyp:hlinkClr xmlns:ahyp="http://schemas.microsoft.com/office/drawing/2018/hyperlinkcolor" val="tx"/>
                    </a:ext>
                  </a:extLst>
                </a:hlinkClick>
              </a:rPr>
              <a:t>Flaticon</a:t>
            </a:r>
            <a:r>
              <a:rPr lang="en" sz="1000">
                <a:solidFill>
                  <a:schemeClr val="dk1"/>
                </a:solidFill>
                <a:latin typeface="Heebo"/>
                <a:ea typeface="Heebo"/>
                <a:cs typeface="Heebo"/>
                <a:sym typeface="Heebo"/>
              </a:rPr>
              <a:t>, and infographics &amp; images by </a:t>
            </a:r>
            <a:r>
              <a:rPr lang="en" sz="1000" b="1" u="sng">
                <a:solidFill>
                  <a:schemeClr val="dk1"/>
                </a:solidFill>
                <a:latin typeface="Heebo"/>
                <a:ea typeface="Heebo"/>
                <a:cs typeface="Heebo"/>
                <a:sym typeface="Heebo"/>
                <a:hlinkClick r:id="rId5">
                  <a:extLst>
                    <a:ext uri="{A12FA001-AC4F-418D-AE19-62706E023703}">
                      <ahyp:hlinkClr xmlns:ahyp="http://schemas.microsoft.com/office/drawing/2018/hyperlinkcolor" val="tx"/>
                    </a:ext>
                  </a:extLst>
                </a:hlinkClick>
              </a:rPr>
              <a:t>Freepik</a:t>
            </a:r>
            <a:r>
              <a:rPr lang="en" sz="1000" u="sng">
                <a:solidFill>
                  <a:schemeClr val="dk1"/>
                </a:solidFill>
                <a:latin typeface="Heebo"/>
                <a:ea typeface="Heebo"/>
                <a:cs typeface="Heebo"/>
                <a:sym typeface="Heebo"/>
              </a:rPr>
              <a:t> </a:t>
            </a:r>
            <a:endParaRPr sz="1000" b="1" u="sng">
              <a:solidFill>
                <a:schemeClr val="dk1"/>
              </a:solidFill>
              <a:latin typeface="Heebo"/>
              <a:ea typeface="Heebo"/>
              <a:cs typeface="Heebo"/>
              <a:sym typeface="Heeb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18"/>
        <p:cNvGrpSpPr/>
        <p:nvPr/>
      </p:nvGrpSpPr>
      <p:grpSpPr>
        <a:xfrm>
          <a:off x="0" y="0"/>
          <a:ext cx="0" cy="0"/>
          <a:chOff x="0" y="0"/>
          <a:chExt cx="0" cy="0"/>
        </a:xfrm>
      </p:grpSpPr>
      <p:grpSp>
        <p:nvGrpSpPr>
          <p:cNvPr id="219" name="Google Shape;219;p25"/>
          <p:cNvGrpSpPr/>
          <p:nvPr/>
        </p:nvGrpSpPr>
        <p:grpSpPr>
          <a:xfrm>
            <a:off x="-2641700" y="-2464733"/>
            <a:ext cx="14020826" cy="9253002"/>
            <a:chOff x="-2641700" y="-2464733"/>
            <a:chExt cx="14020826" cy="9253002"/>
          </a:xfrm>
        </p:grpSpPr>
        <p:pic>
          <p:nvPicPr>
            <p:cNvPr id="220" name="Google Shape;220;p25"/>
            <p:cNvPicPr preferRelativeResize="0"/>
            <p:nvPr/>
          </p:nvPicPr>
          <p:blipFill>
            <a:blip r:embed="rId2">
              <a:alphaModFix/>
            </a:blip>
            <a:stretch>
              <a:fillRect/>
            </a:stretch>
          </p:blipFill>
          <p:spPr>
            <a:xfrm>
              <a:off x="6247600" y="2072942"/>
              <a:ext cx="5131526" cy="4715327"/>
            </a:xfrm>
            <a:prstGeom prst="rect">
              <a:avLst/>
            </a:prstGeom>
            <a:noFill/>
            <a:ln>
              <a:noFill/>
            </a:ln>
          </p:spPr>
        </p:pic>
        <p:pic>
          <p:nvPicPr>
            <p:cNvPr id="221" name="Google Shape;221;p25"/>
            <p:cNvPicPr preferRelativeResize="0"/>
            <p:nvPr/>
          </p:nvPicPr>
          <p:blipFill>
            <a:blip r:embed="rId2">
              <a:alphaModFix/>
            </a:blip>
            <a:stretch>
              <a:fillRect/>
            </a:stretch>
          </p:blipFill>
          <p:spPr>
            <a:xfrm>
              <a:off x="-2641700" y="-2464733"/>
              <a:ext cx="5131526" cy="4715327"/>
            </a:xfrm>
            <a:prstGeom prst="rect">
              <a:avLst/>
            </a:prstGeom>
            <a:noFill/>
            <a:ln>
              <a:noFill/>
            </a:ln>
          </p:spPr>
        </p:pic>
      </p:grpSp>
      <p:grpSp>
        <p:nvGrpSpPr>
          <p:cNvPr id="222" name="Google Shape;222;p25"/>
          <p:cNvGrpSpPr/>
          <p:nvPr/>
        </p:nvGrpSpPr>
        <p:grpSpPr>
          <a:xfrm>
            <a:off x="-1368300" y="-383737"/>
            <a:ext cx="13416160" cy="7367565"/>
            <a:chOff x="-1368300" y="-383737"/>
            <a:chExt cx="13416160" cy="7367565"/>
          </a:xfrm>
        </p:grpSpPr>
        <p:pic>
          <p:nvPicPr>
            <p:cNvPr id="223" name="Google Shape;223;p25"/>
            <p:cNvPicPr preferRelativeResize="0"/>
            <p:nvPr/>
          </p:nvPicPr>
          <p:blipFill>
            <a:blip r:embed="rId3">
              <a:alphaModFix/>
            </a:blip>
            <a:stretch>
              <a:fillRect/>
            </a:stretch>
          </p:blipFill>
          <p:spPr>
            <a:xfrm rot="7186051" flipH="1">
              <a:off x="-34215" y="1586593"/>
              <a:ext cx="3568149" cy="5143497"/>
            </a:xfrm>
            <a:prstGeom prst="rect">
              <a:avLst/>
            </a:prstGeom>
            <a:noFill/>
            <a:ln>
              <a:noFill/>
            </a:ln>
          </p:spPr>
        </p:pic>
        <p:pic>
          <p:nvPicPr>
            <p:cNvPr id="224" name="Google Shape;224;p25"/>
            <p:cNvPicPr preferRelativeResize="0"/>
            <p:nvPr/>
          </p:nvPicPr>
          <p:blipFill>
            <a:blip r:embed="rId3">
              <a:alphaModFix/>
            </a:blip>
            <a:stretch>
              <a:fillRect/>
            </a:stretch>
          </p:blipFill>
          <p:spPr>
            <a:xfrm rot="5400000">
              <a:off x="7692034" y="-1171411"/>
              <a:ext cx="3568151" cy="5143501"/>
            </a:xfrm>
            <a:prstGeom prst="rect">
              <a:avLst/>
            </a:prstGeom>
            <a:noFill/>
            <a:ln>
              <a:noFill/>
            </a:ln>
          </p:spPr>
        </p:pic>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25"/>
        <p:cNvGrpSpPr/>
        <p:nvPr/>
      </p:nvGrpSpPr>
      <p:grpSpPr>
        <a:xfrm>
          <a:off x="0" y="0"/>
          <a:ext cx="0" cy="0"/>
          <a:chOff x="0" y="0"/>
          <a:chExt cx="0" cy="0"/>
        </a:xfrm>
      </p:grpSpPr>
      <p:grpSp>
        <p:nvGrpSpPr>
          <p:cNvPr id="226" name="Google Shape;226;p26"/>
          <p:cNvGrpSpPr/>
          <p:nvPr/>
        </p:nvGrpSpPr>
        <p:grpSpPr>
          <a:xfrm>
            <a:off x="-2748781" y="-4245972"/>
            <a:ext cx="14338702" cy="11890187"/>
            <a:chOff x="-2748781" y="-4245972"/>
            <a:chExt cx="14338702" cy="11890187"/>
          </a:xfrm>
        </p:grpSpPr>
        <p:pic>
          <p:nvPicPr>
            <p:cNvPr id="227" name="Google Shape;227;p26"/>
            <p:cNvPicPr preferRelativeResize="0"/>
            <p:nvPr/>
          </p:nvPicPr>
          <p:blipFill>
            <a:blip r:embed="rId2">
              <a:alphaModFix/>
            </a:blip>
            <a:stretch>
              <a:fillRect/>
            </a:stretch>
          </p:blipFill>
          <p:spPr>
            <a:xfrm>
              <a:off x="-2040602" y="2805513"/>
              <a:ext cx="2665873" cy="4838703"/>
            </a:xfrm>
            <a:prstGeom prst="rect">
              <a:avLst/>
            </a:prstGeom>
            <a:noFill/>
            <a:ln>
              <a:noFill/>
            </a:ln>
          </p:spPr>
        </p:pic>
        <p:pic>
          <p:nvPicPr>
            <p:cNvPr id="228" name="Google Shape;228;p26"/>
            <p:cNvPicPr preferRelativeResize="0"/>
            <p:nvPr/>
          </p:nvPicPr>
          <p:blipFill>
            <a:blip r:embed="rId3">
              <a:alphaModFix/>
            </a:blip>
            <a:stretch>
              <a:fillRect/>
            </a:stretch>
          </p:blipFill>
          <p:spPr>
            <a:xfrm>
              <a:off x="7622838" y="2121514"/>
              <a:ext cx="2212193" cy="5143501"/>
            </a:xfrm>
            <a:prstGeom prst="rect">
              <a:avLst/>
            </a:prstGeom>
            <a:noFill/>
            <a:ln>
              <a:noFill/>
            </a:ln>
          </p:spPr>
        </p:pic>
        <p:pic>
          <p:nvPicPr>
            <p:cNvPr id="229" name="Google Shape;229;p26"/>
            <p:cNvPicPr preferRelativeResize="0"/>
            <p:nvPr/>
          </p:nvPicPr>
          <p:blipFill>
            <a:blip r:embed="rId4">
              <a:alphaModFix/>
            </a:blip>
            <a:stretch>
              <a:fillRect/>
            </a:stretch>
          </p:blipFill>
          <p:spPr>
            <a:xfrm rot="-3005391">
              <a:off x="-1665652" y="-3264010"/>
              <a:ext cx="4963720" cy="5143498"/>
            </a:xfrm>
            <a:prstGeom prst="rect">
              <a:avLst/>
            </a:prstGeom>
            <a:noFill/>
            <a:ln>
              <a:noFill/>
            </a:ln>
          </p:spPr>
        </p:pic>
        <p:pic>
          <p:nvPicPr>
            <p:cNvPr id="230" name="Google Shape;230;p26"/>
            <p:cNvPicPr preferRelativeResize="0"/>
            <p:nvPr/>
          </p:nvPicPr>
          <p:blipFill>
            <a:blip r:embed="rId4">
              <a:alphaModFix/>
            </a:blip>
            <a:stretch>
              <a:fillRect/>
            </a:stretch>
          </p:blipFill>
          <p:spPr>
            <a:xfrm rot="-6121826">
              <a:off x="6075498" y="-3533997"/>
              <a:ext cx="4963719" cy="5143498"/>
            </a:xfrm>
            <a:prstGeom prst="rect">
              <a:avLst/>
            </a:prstGeom>
            <a:noFill/>
            <a:ln>
              <a:noFill/>
            </a:ln>
          </p:spPr>
        </p:pic>
      </p:grpSp>
      <p:grpSp>
        <p:nvGrpSpPr>
          <p:cNvPr id="231" name="Google Shape;231;p26"/>
          <p:cNvGrpSpPr/>
          <p:nvPr/>
        </p:nvGrpSpPr>
        <p:grpSpPr>
          <a:xfrm>
            <a:off x="-4022566" y="-919412"/>
            <a:ext cx="17173601" cy="5757151"/>
            <a:chOff x="-4022566" y="-919412"/>
            <a:chExt cx="17173601" cy="5757151"/>
          </a:xfrm>
        </p:grpSpPr>
        <p:pic>
          <p:nvPicPr>
            <p:cNvPr id="232" name="Google Shape;232;p26"/>
            <p:cNvPicPr preferRelativeResize="0"/>
            <p:nvPr/>
          </p:nvPicPr>
          <p:blipFill>
            <a:blip r:embed="rId5">
              <a:alphaModFix/>
            </a:blip>
            <a:stretch>
              <a:fillRect/>
            </a:stretch>
          </p:blipFill>
          <p:spPr>
            <a:xfrm>
              <a:off x="7693684" y="-305761"/>
              <a:ext cx="5457352" cy="5143501"/>
            </a:xfrm>
            <a:prstGeom prst="rect">
              <a:avLst/>
            </a:prstGeom>
            <a:noFill/>
            <a:ln>
              <a:noFill/>
            </a:ln>
          </p:spPr>
        </p:pic>
        <p:pic>
          <p:nvPicPr>
            <p:cNvPr id="233" name="Google Shape;233;p26"/>
            <p:cNvPicPr preferRelativeResize="0"/>
            <p:nvPr/>
          </p:nvPicPr>
          <p:blipFill>
            <a:blip r:embed="rId5">
              <a:alphaModFix/>
            </a:blip>
            <a:stretch>
              <a:fillRect/>
            </a:stretch>
          </p:blipFill>
          <p:spPr>
            <a:xfrm rot="5400000">
              <a:off x="-4179491" y="-762486"/>
              <a:ext cx="5457352" cy="5143501"/>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Inter Tight SemiBold"/>
              <a:buNone/>
              <a:defRPr sz="3000">
                <a:solidFill>
                  <a:schemeClr val="dk1"/>
                </a:solidFill>
                <a:latin typeface="Inter Tight SemiBold"/>
                <a:ea typeface="Inter Tight SemiBold"/>
                <a:cs typeface="Inter Tight SemiBold"/>
                <a:sym typeface="Inter Tight SemiBold"/>
              </a:defRPr>
            </a:lvl1pPr>
            <a:lvl2pPr lvl="1" rtl="0">
              <a:spcBef>
                <a:spcPts val="0"/>
              </a:spcBef>
              <a:spcAft>
                <a:spcPts val="0"/>
              </a:spcAft>
              <a:buClr>
                <a:schemeClr val="dk1"/>
              </a:buClr>
              <a:buSzPts val="3000"/>
              <a:buFont typeface="Inter Tight SemiBold"/>
              <a:buNone/>
              <a:defRPr sz="3000">
                <a:solidFill>
                  <a:schemeClr val="dk1"/>
                </a:solidFill>
                <a:latin typeface="Inter Tight SemiBold"/>
                <a:ea typeface="Inter Tight SemiBold"/>
                <a:cs typeface="Inter Tight SemiBold"/>
                <a:sym typeface="Inter Tight SemiBold"/>
              </a:defRPr>
            </a:lvl2pPr>
            <a:lvl3pPr lvl="2" rtl="0">
              <a:spcBef>
                <a:spcPts val="0"/>
              </a:spcBef>
              <a:spcAft>
                <a:spcPts val="0"/>
              </a:spcAft>
              <a:buClr>
                <a:schemeClr val="dk1"/>
              </a:buClr>
              <a:buSzPts val="3000"/>
              <a:buFont typeface="Inter Tight SemiBold"/>
              <a:buNone/>
              <a:defRPr sz="3000">
                <a:solidFill>
                  <a:schemeClr val="dk1"/>
                </a:solidFill>
                <a:latin typeface="Inter Tight SemiBold"/>
                <a:ea typeface="Inter Tight SemiBold"/>
                <a:cs typeface="Inter Tight SemiBold"/>
                <a:sym typeface="Inter Tight SemiBold"/>
              </a:defRPr>
            </a:lvl3pPr>
            <a:lvl4pPr lvl="3" rtl="0">
              <a:spcBef>
                <a:spcPts val="0"/>
              </a:spcBef>
              <a:spcAft>
                <a:spcPts val="0"/>
              </a:spcAft>
              <a:buClr>
                <a:schemeClr val="dk1"/>
              </a:buClr>
              <a:buSzPts val="3000"/>
              <a:buFont typeface="Inter Tight SemiBold"/>
              <a:buNone/>
              <a:defRPr sz="3000">
                <a:solidFill>
                  <a:schemeClr val="dk1"/>
                </a:solidFill>
                <a:latin typeface="Inter Tight SemiBold"/>
                <a:ea typeface="Inter Tight SemiBold"/>
                <a:cs typeface="Inter Tight SemiBold"/>
                <a:sym typeface="Inter Tight SemiBold"/>
              </a:defRPr>
            </a:lvl4pPr>
            <a:lvl5pPr lvl="4" rtl="0">
              <a:spcBef>
                <a:spcPts val="0"/>
              </a:spcBef>
              <a:spcAft>
                <a:spcPts val="0"/>
              </a:spcAft>
              <a:buClr>
                <a:schemeClr val="dk1"/>
              </a:buClr>
              <a:buSzPts val="3000"/>
              <a:buFont typeface="Inter Tight SemiBold"/>
              <a:buNone/>
              <a:defRPr sz="3000">
                <a:solidFill>
                  <a:schemeClr val="dk1"/>
                </a:solidFill>
                <a:latin typeface="Inter Tight SemiBold"/>
                <a:ea typeface="Inter Tight SemiBold"/>
                <a:cs typeface="Inter Tight SemiBold"/>
                <a:sym typeface="Inter Tight SemiBold"/>
              </a:defRPr>
            </a:lvl5pPr>
            <a:lvl6pPr lvl="5" rtl="0">
              <a:spcBef>
                <a:spcPts val="0"/>
              </a:spcBef>
              <a:spcAft>
                <a:spcPts val="0"/>
              </a:spcAft>
              <a:buClr>
                <a:schemeClr val="dk1"/>
              </a:buClr>
              <a:buSzPts val="3000"/>
              <a:buFont typeface="Inter Tight SemiBold"/>
              <a:buNone/>
              <a:defRPr sz="3000">
                <a:solidFill>
                  <a:schemeClr val="dk1"/>
                </a:solidFill>
                <a:latin typeface="Inter Tight SemiBold"/>
                <a:ea typeface="Inter Tight SemiBold"/>
                <a:cs typeface="Inter Tight SemiBold"/>
                <a:sym typeface="Inter Tight SemiBold"/>
              </a:defRPr>
            </a:lvl6pPr>
            <a:lvl7pPr lvl="6" rtl="0">
              <a:spcBef>
                <a:spcPts val="0"/>
              </a:spcBef>
              <a:spcAft>
                <a:spcPts val="0"/>
              </a:spcAft>
              <a:buClr>
                <a:schemeClr val="dk1"/>
              </a:buClr>
              <a:buSzPts val="3000"/>
              <a:buFont typeface="Inter Tight SemiBold"/>
              <a:buNone/>
              <a:defRPr sz="3000">
                <a:solidFill>
                  <a:schemeClr val="dk1"/>
                </a:solidFill>
                <a:latin typeface="Inter Tight SemiBold"/>
                <a:ea typeface="Inter Tight SemiBold"/>
                <a:cs typeface="Inter Tight SemiBold"/>
                <a:sym typeface="Inter Tight SemiBold"/>
              </a:defRPr>
            </a:lvl7pPr>
            <a:lvl8pPr lvl="7" rtl="0">
              <a:spcBef>
                <a:spcPts val="0"/>
              </a:spcBef>
              <a:spcAft>
                <a:spcPts val="0"/>
              </a:spcAft>
              <a:buClr>
                <a:schemeClr val="dk1"/>
              </a:buClr>
              <a:buSzPts val="3000"/>
              <a:buFont typeface="Inter Tight SemiBold"/>
              <a:buNone/>
              <a:defRPr sz="3000">
                <a:solidFill>
                  <a:schemeClr val="dk1"/>
                </a:solidFill>
                <a:latin typeface="Inter Tight SemiBold"/>
                <a:ea typeface="Inter Tight SemiBold"/>
                <a:cs typeface="Inter Tight SemiBold"/>
                <a:sym typeface="Inter Tight SemiBold"/>
              </a:defRPr>
            </a:lvl8pPr>
            <a:lvl9pPr lvl="8" rtl="0">
              <a:spcBef>
                <a:spcPts val="0"/>
              </a:spcBef>
              <a:spcAft>
                <a:spcPts val="0"/>
              </a:spcAft>
              <a:buClr>
                <a:schemeClr val="dk1"/>
              </a:buClr>
              <a:buSzPts val="3000"/>
              <a:buFont typeface="Inter Tight SemiBold"/>
              <a:buNone/>
              <a:defRPr sz="3000">
                <a:solidFill>
                  <a:schemeClr val="dk1"/>
                </a:solidFill>
                <a:latin typeface="Inter Tight SemiBold"/>
                <a:ea typeface="Inter Tight SemiBold"/>
                <a:cs typeface="Inter Tight SemiBold"/>
                <a:sym typeface="Inter Tight SemiBol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1pPr>
            <a:lvl2pPr marL="914400" lvl="1" indent="-30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2pPr>
            <a:lvl3pPr marL="1371600" lvl="2" indent="-30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3pPr>
            <a:lvl4pPr marL="1828800" lvl="3" indent="-30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4pPr>
            <a:lvl5pPr marL="2286000" lvl="4" indent="-30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5pPr>
            <a:lvl6pPr marL="2743200" lvl="5" indent="-30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6pPr>
            <a:lvl7pPr marL="3200400" lvl="6" indent="-30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7pPr>
            <a:lvl8pPr marL="3657600" lvl="7" indent="-30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8pPr>
            <a:lvl9pPr marL="4114800" lvl="8" indent="-30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7" r:id="rId15"/>
    <p:sldLayoutId id="2147483668" r:id="rId16"/>
    <p:sldLayoutId id="2147483670" r:id="rId17"/>
    <p:sldLayoutId id="2147483671" r:id="rId18"/>
    <p:sldLayoutId id="2147483672"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6.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17.xml"/><Relationship Id="rId5" Type="http://schemas.openxmlformats.org/officeDocument/2006/relationships/image" Target="../media/image46.pn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34"/>
        </a:solidFill>
        <a:effectLst/>
      </p:bgPr>
    </p:bg>
    <p:spTree>
      <p:nvGrpSpPr>
        <p:cNvPr id="1" name="Shape 243"/>
        <p:cNvGrpSpPr/>
        <p:nvPr/>
      </p:nvGrpSpPr>
      <p:grpSpPr>
        <a:xfrm>
          <a:off x="0" y="0"/>
          <a:ext cx="0" cy="0"/>
          <a:chOff x="0" y="0"/>
          <a:chExt cx="0" cy="0"/>
        </a:xfrm>
      </p:grpSpPr>
      <p:sp>
        <p:nvSpPr>
          <p:cNvPr id="250" name="Google Shape;250;p30"/>
          <p:cNvSpPr txBox="1">
            <a:spLocks noGrp="1"/>
          </p:cNvSpPr>
          <p:nvPr>
            <p:ph type="ctrTitle"/>
          </p:nvPr>
        </p:nvSpPr>
        <p:spPr>
          <a:xfrm>
            <a:off x="378717" y="1395900"/>
            <a:ext cx="4340994" cy="157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 sz="4700" dirty="0"/>
            </a:br>
            <a:r>
              <a:rPr lang="en" sz="4700" dirty="0"/>
              <a:t>     </a:t>
            </a:r>
            <a:r>
              <a:rPr lang="en" sz="4700" dirty="0">
                <a:latin typeface="Inter Tight SemiBold"/>
                <a:ea typeface="Inter Tight SemiBold"/>
                <a:cs typeface="Inter Tight SemiBold"/>
                <a:sym typeface="Inter Tight SemiBold"/>
              </a:rPr>
              <a:t>AI STOCK    TRADING BOT </a:t>
            </a:r>
            <a:endParaRPr sz="4000" dirty="0">
              <a:latin typeface="Inter Tight Light"/>
              <a:ea typeface="Inter Tight Light"/>
              <a:cs typeface="Inter Tight Light"/>
              <a:sym typeface="Inter Tight Light"/>
            </a:endParaRPr>
          </a:p>
        </p:txBody>
      </p:sp>
      <p:sp>
        <p:nvSpPr>
          <p:cNvPr id="251" name="Google Shape;251;p30"/>
          <p:cNvSpPr txBox="1">
            <a:spLocks noGrp="1"/>
          </p:cNvSpPr>
          <p:nvPr>
            <p:ph type="subTitle" idx="1"/>
          </p:nvPr>
        </p:nvSpPr>
        <p:spPr>
          <a:xfrm>
            <a:off x="774110" y="2938904"/>
            <a:ext cx="3880800" cy="56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Powered By Reinforcenment Learning</a:t>
            </a:r>
            <a:endParaRPr dirty="0"/>
          </a:p>
        </p:txBody>
      </p:sp>
      <p:pic>
        <p:nvPicPr>
          <p:cNvPr id="3" name="Picture 2">
            <a:extLst>
              <a:ext uri="{FF2B5EF4-FFF2-40B4-BE49-F238E27FC236}">
                <a16:creationId xmlns:a16="http://schemas.microsoft.com/office/drawing/2014/main" id="{8701379D-905A-473C-94BB-0A9BC408D4B1}"/>
              </a:ext>
            </a:extLst>
          </p:cNvPr>
          <p:cNvPicPr>
            <a:picLocks noChangeAspect="1"/>
          </p:cNvPicPr>
          <p:nvPr/>
        </p:nvPicPr>
        <p:blipFill rotWithShape="1">
          <a:blip r:embed="rId3"/>
          <a:srcRect l="11511" t="768" r="10595"/>
          <a:stretch/>
        </p:blipFill>
        <p:spPr>
          <a:xfrm>
            <a:off x="4719711" y="682283"/>
            <a:ext cx="4248443" cy="390762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EA9F3-4BA8-45D2-991E-597A80FB5B19}"/>
              </a:ext>
            </a:extLst>
          </p:cNvPr>
          <p:cNvSpPr>
            <a:spLocks noGrp="1"/>
          </p:cNvSpPr>
          <p:nvPr>
            <p:ph type="ctrTitle"/>
          </p:nvPr>
        </p:nvSpPr>
        <p:spPr>
          <a:xfrm>
            <a:off x="3130375" y="1669372"/>
            <a:ext cx="4248965" cy="772360"/>
          </a:xfrm>
        </p:spPr>
        <p:txBody>
          <a:bodyPr/>
          <a:lstStyle/>
          <a:p>
            <a:pPr algn="ctr"/>
            <a:br>
              <a:rPr lang="en-US" sz="2400" dirty="0"/>
            </a:br>
            <a:r>
              <a:rPr lang="en-US" sz="2400" dirty="0"/>
              <a:t>TANIA MANSOOR KHAN</a:t>
            </a:r>
            <a:br>
              <a:rPr lang="en-US" sz="2400" dirty="0"/>
            </a:br>
            <a:r>
              <a:rPr lang="en-US" sz="2400" dirty="0"/>
              <a:t>UL-BSITM-A-23-27</a:t>
            </a:r>
          </a:p>
        </p:txBody>
      </p:sp>
      <p:sp>
        <p:nvSpPr>
          <p:cNvPr id="3" name="Subtitle 2">
            <a:extLst>
              <a:ext uri="{FF2B5EF4-FFF2-40B4-BE49-F238E27FC236}">
                <a16:creationId xmlns:a16="http://schemas.microsoft.com/office/drawing/2014/main" id="{31357218-67C4-457F-B1C3-72DCE9D2F0C7}"/>
              </a:ext>
            </a:extLst>
          </p:cNvPr>
          <p:cNvSpPr>
            <a:spLocks noGrp="1"/>
          </p:cNvSpPr>
          <p:nvPr>
            <p:ph type="subTitle" idx="1"/>
          </p:nvPr>
        </p:nvSpPr>
        <p:spPr>
          <a:xfrm>
            <a:off x="3029818" y="2957384"/>
            <a:ext cx="3690965" cy="622200"/>
          </a:xfrm>
        </p:spPr>
        <p:txBody>
          <a:bodyPr/>
          <a:lstStyle/>
          <a:p>
            <a:r>
              <a:rPr lang="en-US" sz="2400" b="1" dirty="0"/>
              <a:t>SIR FAISAL HAFEEZ</a:t>
            </a:r>
          </a:p>
        </p:txBody>
      </p:sp>
      <p:sp>
        <p:nvSpPr>
          <p:cNvPr id="4" name="TextBox 3">
            <a:extLst>
              <a:ext uri="{FF2B5EF4-FFF2-40B4-BE49-F238E27FC236}">
                <a16:creationId xmlns:a16="http://schemas.microsoft.com/office/drawing/2014/main" id="{5D7BE157-99EB-43A3-8A79-CAE8BB587498}"/>
              </a:ext>
            </a:extLst>
          </p:cNvPr>
          <p:cNvSpPr txBox="1"/>
          <p:nvPr/>
        </p:nvSpPr>
        <p:spPr>
          <a:xfrm>
            <a:off x="778739" y="1180714"/>
            <a:ext cx="2551201" cy="461665"/>
          </a:xfrm>
          <a:prstGeom prst="rect">
            <a:avLst/>
          </a:prstGeom>
          <a:noFill/>
        </p:spPr>
        <p:txBody>
          <a:bodyPr wrap="square" rtlCol="0">
            <a:spAutoFit/>
          </a:bodyPr>
          <a:lstStyle/>
          <a:p>
            <a:r>
              <a:rPr lang="en-US" sz="2400" b="1" dirty="0">
                <a:solidFill>
                  <a:schemeClr val="bg2"/>
                </a:solidFill>
              </a:rPr>
              <a:t>SUBMITTED BY</a:t>
            </a:r>
          </a:p>
        </p:txBody>
      </p:sp>
      <p:sp>
        <p:nvSpPr>
          <p:cNvPr id="5" name="TextBox 4">
            <a:extLst>
              <a:ext uri="{FF2B5EF4-FFF2-40B4-BE49-F238E27FC236}">
                <a16:creationId xmlns:a16="http://schemas.microsoft.com/office/drawing/2014/main" id="{A7A56949-D554-47C0-B870-0424F95825EA}"/>
              </a:ext>
            </a:extLst>
          </p:cNvPr>
          <p:cNvSpPr txBox="1"/>
          <p:nvPr/>
        </p:nvSpPr>
        <p:spPr>
          <a:xfrm>
            <a:off x="778739" y="2416200"/>
            <a:ext cx="2551201" cy="461665"/>
          </a:xfrm>
          <a:prstGeom prst="rect">
            <a:avLst/>
          </a:prstGeom>
          <a:noFill/>
        </p:spPr>
        <p:txBody>
          <a:bodyPr wrap="square" rtlCol="0">
            <a:spAutoFit/>
          </a:bodyPr>
          <a:lstStyle/>
          <a:p>
            <a:r>
              <a:rPr lang="en-US" sz="2400" b="1" dirty="0">
                <a:solidFill>
                  <a:schemeClr val="bg2"/>
                </a:solidFill>
              </a:rPr>
              <a:t>SUBMITTED TO</a:t>
            </a:r>
          </a:p>
        </p:txBody>
      </p:sp>
      <p:sp>
        <p:nvSpPr>
          <p:cNvPr id="6" name="TextBox 5">
            <a:extLst>
              <a:ext uri="{FF2B5EF4-FFF2-40B4-BE49-F238E27FC236}">
                <a16:creationId xmlns:a16="http://schemas.microsoft.com/office/drawing/2014/main" id="{0307D845-1076-42E6-8043-BE8AEB6AE6EC}"/>
              </a:ext>
            </a:extLst>
          </p:cNvPr>
          <p:cNvSpPr txBox="1"/>
          <p:nvPr/>
        </p:nvSpPr>
        <p:spPr>
          <a:xfrm flipH="1">
            <a:off x="778739" y="3624693"/>
            <a:ext cx="2773681" cy="461665"/>
          </a:xfrm>
          <a:prstGeom prst="rect">
            <a:avLst/>
          </a:prstGeom>
          <a:noFill/>
        </p:spPr>
        <p:txBody>
          <a:bodyPr wrap="square" rtlCol="0">
            <a:spAutoFit/>
          </a:bodyPr>
          <a:lstStyle/>
          <a:p>
            <a:r>
              <a:rPr lang="en-US" sz="2400" b="1" dirty="0">
                <a:solidFill>
                  <a:schemeClr val="bg2"/>
                </a:solidFill>
              </a:rPr>
              <a:t>SUBJECT</a:t>
            </a:r>
          </a:p>
        </p:txBody>
      </p:sp>
      <p:sp>
        <p:nvSpPr>
          <p:cNvPr id="7" name="TextBox 6">
            <a:extLst>
              <a:ext uri="{FF2B5EF4-FFF2-40B4-BE49-F238E27FC236}">
                <a16:creationId xmlns:a16="http://schemas.microsoft.com/office/drawing/2014/main" id="{C5842FED-0AE7-47B5-8624-38A712A606E4}"/>
              </a:ext>
            </a:extLst>
          </p:cNvPr>
          <p:cNvSpPr txBox="1"/>
          <p:nvPr/>
        </p:nvSpPr>
        <p:spPr>
          <a:xfrm flipH="1">
            <a:off x="2930758" y="4086358"/>
            <a:ext cx="4648201" cy="461665"/>
          </a:xfrm>
          <a:prstGeom prst="rect">
            <a:avLst/>
          </a:prstGeom>
          <a:noFill/>
        </p:spPr>
        <p:txBody>
          <a:bodyPr wrap="square" rtlCol="0">
            <a:spAutoFit/>
          </a:bodyPr>
          <a:lstStyle/>
          <a:p>
            <a:r>
              <a:rPr lang="en-US" sz="2400" b="1" dirty="0">
                <a:solidFill>
                  <a:schemeClr val="tx1"/>
                </a:solidFill>
              </a:rPr>
              <a:t>ARTIFICIAL INTELLEGENCE</a:t>
            </a:r>
          </a:p>
        </p:txBody>
      </p:sp>
      <p:sp>
        <p:nvSpPr>
          <p:cNvPr id="8" name="TextBox 7">
            <a:extLst>
              <a:ext uri="{FF2B5EF4-FFF2-40B4-BE49-F238E27FC236}">
                <a16:creationId xmlns:a16="http://schemas.microsoft.com/office/drawing/2014/main" id="{DFBDC495-CACC-4B42-8125-6A8C9A65176E}"/>
              </a:ext>
            </a:extLst>
          </p:cNvPr>
          <p:cNvSpPr txBox="1"/>
          <p:nvPr/>
        </p:nvSpPr>
        <p:spPr>
          <a:xfrm>
            <a:off x="1408950" y="488408"/>
            <a:ext cx="6932700" cy="523220"/>
          </a:xfrm>
          <a:prstGeom prst="rect">
            <a:avLst/>
          </a:prstGeom>
          <a:noFill/>
        </p:spPr>
        <p:txBody>
          <a:bodyPr wrap="square" rtlCol="0">
            <a:spAutoFit/>
          </a:bodyPr>
          <a:lstStyle/>
          <a:p>
            <a:pPr algn="ctr"/>
            <a:r>
              <a:rPr lang="en-US" sz="2800" b="1" dirty="0">
                <a:solidFill>
                  <a:schemeClr val="bg2"/>
                </a:solidFill>
              </a:rPr>
              <a:t>AI POWERED STOCK TRADING BOT</a:t>
            </a:r>
          </a:p>
        </p:txBody>
      </p:sp>
      <p:pic>
        <p:nvPicPr>
          <p:cNvPr id="9" name="Picture 8">
            <a:extLst>
              <a:ext uri="{FF2B5EF4-FFF2-40B4-BE49-F238E27FC236}">
                <a16:creationId xmlns:a16="http://schemas.microsoft.com/office/drawing/2014/main" id="{E468C0A7-2250-4433-B5CC-E2A2B86ECB2B}"/>
              </a:ext>
            </a:extLst>
          </p:cNvPr>
          <p:cNvPicPr>
            <a:picLocks noChangeAspect="1"/>
          </p:cNvPicPr>
          <p:nvPr/>
        </p:nvPicPr>
        <p:blipFill>
          <a:blip r:embed="rId2"/>
          <a:stretch>
            <a:fillRect/>
          </a:stretch>
        </p:blipFill>
        <p:spPr>
          <a:xfrm>
            <a:off x="7482778" y="2441732"/>
            <a:ext cx="1432684" cy="1444877"/>
          </a:xfrm>
          <a:prstGeom prst="rect">
            <a:avLst/>
          </a:prstGeom>
        </p:spPr>
      </p:pic>
    </p:spTree>
    <p:extLst>
      <p:ext uri="{BB962C8B-B14F-4D97-AF65-F5344CB8AC3E}">
        <p14:creationId xmlns:p14="http://schemas.microsoft.com/office/powerpoint/2010/main" val="595782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1"/>
          <p:cNvSpPr txBox="1">
            <a:spLocks noGrp="1"/>
          </p:cNvSpPr>
          <p:nvPr>
            <p:ph type="title"/>
          </p:nvPr>
        </p:nvSpPr>
        <p:spPr>
          <a:xfrm>
            <a:off x="720000" y="753556"/>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dirty="0"/>
              <a:t> Table of Content</a:t>
            </a:r>
            <a:endParaRPr sz="3200" dirty="0"/>
          </a:p>
        </p:txBody>
      </p:sp>
      <p:graphicFrame>
        <p:nvGraphicFramePr>
          <p:cNvPr id="257" name="Google Shape;257;p31"/>
          <p:cNvGraphicFramePr/>
          <p:nvPr>
            <p:extLst>
              <p:ext uri="{D42A27DB-BD31-4B8C-83A1-F6EECF244321}">
                <p14:modId xmlns:p14="http://schemas.microsoft.com/office/powerpoint/2010/main" val="1589391913"/>
              </p:ext>
            </p:extLst>
          </p:nvPr>
        </p:nvGraphicFramePr>
        <p:xfrm>
          <a:off x="778361" y="1660788"/>
          <a:ext cx="7131571" cy="2442806"/>
        </p:xfrm>
        <a:graphic>
          <a:graphicData uri="http://schemas.openxmlformats.org/drawingml/2006/table">
            <a:tbl>
              <a:tblPr>
                <a:noFill/>
                <a:tableStyleId>{4BC624EE-D95E-4125-89CE-BB394A0EA94C}</a:tableStyleId>
              </a:tblPr>
              <a:tblGrid>
                <a:gridCol w="3563936">
                  <a:extLst>
                    <a:ext uri="{9D8B030D-6E8A-4147-A177-3AD203B41FA5}">
                      <a16:colId xmlns:a16="http://schemas.microsoft.com/office/drawing/2014/main" val="20000"/>
                    </a:ext>
                  </a:extLst>
                </a:gridCol>
                <a:gridCol w="3567635">
                  <a:extLst>
                    <a:ext uri="{9D8B030D-6E8A-4147-A177-3AD203B41FA5}">
                      <a16:colId xmlns:a16="http://schemas.microsoft.com/office/drawing/2014/main" val="20001"/>
                    </a:ext>
                  </a:extLst>
                </a:gridCol>
              </a:tblGrid>
              <a:tr h="404564">
                <a:tc>
                  <a:txBody>
                    <a:bodyPr/>
                    <a:lstStyle/>
                    <a:p>
                      <a:pPr marL="0" lvl="0" indent="0" algn="l" rtl="0">
                        <a:spcBef>
                          <a:spcPts val="0"/>
                        </a:spcBef>
                        <a:spcAft>
                          <a:spcPts val="0"/>
                        </a:spcAft>
                        <a:buNone/>
                      </a:pPr>
                      <a:r>
                        <a:rPr lang="en-US" sz="1200" b="1" u="sng" dirty="0">
                          <a:solidFill>
                            <a:schemeClr val="tx1"/>
                          </a:solidFill>
                          <a:latin typeface="Heebo"/>
                          <a:ea typeface="Heebo"/>
                          <a:cs typeface="Heebo"/>
                          <a:sym typeface="Heebo"/>
                        </a:rPr>
                        <a:t>Introduction</a:t>
                      </a:r>
                      <a:endParaRPr sz="1200" b="1" u="sng" dirty="0">
                        <a:solidFill>
                          <a:schemeClr val="tx1"/>
                        </a:solidFill>
                        <a:latin typeface="Heebo"/>
                        <a:ea typeface="Heebo"/>
                        <a:cs typeface="Heebo"/>
                        <a:sym typeface="Heeb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solidFill>
                        <a:schemeClr val="dk1"/>
                      </a:solidFill>
                      <a:prstDash val="solid"/>
                      <a:round/>
                      <a:headEnd type="none" w="sm" len="sm"/>
                      <a:tailEnd type="none" w="sm" len="sm"/>
                    </a:lnB>
                    <a:solidFill>
                      <a:schemeClr val="lt1"/>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200" b="1" dirty="0">
                          <a:solidFill>
                            <a:schemeClr val="tx1"/>
                          </a:solidFill>
                        </a:rPr>
                        <a:t>Objectives</a:t>
                      </a:r>
                      <a:endParaRPr lang="en-US" sz="1200" b="1" u="sng" dirty="0">
                        <a:solidFill>
                          <a:schemeClr val="tx1"/>
                        </a:solidFill>
                        <a:latin typeface="Heebo"/>
                        <a:ea typeface="Heebo"/>
                        <a:cs typeface="Heebo"/>
                        <a:sym typeface="Heeb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49803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u="sng" dirty="0">
                          <a:solidFill>
                            <a:schemeClr val="dk1"/>
                          </a:solidFill>
                          <a:latin typeface="Heebo"/>
                          <a:ea typeface="Heebo"/>
                          <a:cs typeface="Heebo"/>
                          <a:sym typeface="Heebo"/>
                        </a:rPr>
                        <a:t>Key Features</a:t>
                      </a: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200" b="1" u="sng" dirty="0">
                          <a:solidFill>
                            <a:schemeClr val="tx1"/>
                          </a:solidFill>
                          <a:latin typeface="Heebo"/>
                          <a:ea typeface="Heebo"/>
                          <a:cs typeface="Heebo"/>
                          <a:sym typeface="Heebo"/>
                        </a:rPr>
                        <a:t>Working</a:t>
                      </a: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8505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solidFill>
                            <a:schemeClr val="tx1"/>
                          </a:solidFill>
                        </a:rPr>
                        <a:t>Future Enhancements</a:t>
                      </a:r>
                      <a:endParaRPr lang="en-US" sz="1200" b="1" u="sng" dirty="0">
                        <a:solidFill>
                          <a:schemeClr val="tx1"/>
                        </a:solidFill>
                        <a:latin typeface="Heebo"/>
                        <a:ea typeface="Heebo"/>
                        <a:cs typeface="Heebo"/>
                        <a:sym typeface="Heebo"/>
                      </a:endParaRPr>
                    </a:p>
                  </a:txBody>
                  <a:tcPr marL="91425" marR="91425" marT="0" marB="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200" b="1" dirty="0">
                          <a:solidFill>
                            <a:schemeClr val="tx1"/>
                          </a:solidFill>
                        </a:rPr>
                        <a:t>System Workflow</a:t>
                      </a:r>
                    </a:p>
                  </a:txBody>
                  <a:tcPr marL="91425" marR="91425"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8505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solidFill>
                            <a:schemeClr val="tx1"/>
                          </a:solidFill>
                        </a:rPr>
                        <a:t>Technologies Used</a:t>
                      </a: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1600"/>
                        </a:spcAft>
                        <a:buNone/>
                      </a:pPr>
                      <a:r>
                        <a:rPr lang="en-US" sz="1200" b="1" dirty="0">
                          <a:solidFill>
                            <a:schemeClr val="tx1"/>
                          </a:solidFill>
                        </a:rPr>
                        <a:t>AI &amp; Machine Learning Model</a:t>
                      </a:r>
                      <a:endParaRPr sz="1200" b="1" dirty="0">
                        <a:solidFill>
                          <a:schemeClr val="tx1"/>
                        </a:solidFill>
                        <a:latin typeface="Heebo"/>
                        <a:ea typeface="Heebo"/>
                        <a:cs typeface="Heebo"/>
                        <a:sym typeface="Heeb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85053">
                <a:tc>
                  <a:txBody>
                    <a:bodyPr/>
                    <a:lstStyle/>
                    <a:p>
                      <a:pPr marL="0" lvl="0" indent="0" algn="l" rtl="0">
                        <a:spcBef>
                          <a:spcPts val="0"/>
                        </a:spcBef>
                        <a:spcAft>
                          <a:spcPts val="0"/>
                        </a:spcAft>
                        <a:buNone/>
                      </a:pPr>
                      <a:r>
                        <a:rPr lang="en-US" sz="1200" b="1" u="sng" dirty="0">
                          <a:solidFill>
                            <a:schemeClr val="tx1"/>
                          </a:solidFill>
                          <a:latin typeface="Heebo"/>
                          <a:ea typeface="Heebo"/>
                          <a:cs typeface="Heebo"/>
                          <a:sym typeface="Heebo"/>
                        </a:rPr>
                        <a:t>Advantages</a:t>
                      </a:r>
                      <a:endParaRPr sz="1200" b="1" u="sng" dirty="0">
                        <a:solidFill>
                          <a:schemeClr val="tx1"/>
                        </a:solidFill>
                        <a:latin typeface="Heebo"/>
                        <a:ea typeface="Heebo"/>
                        <a:cs typeface="Heebo"/>
                        <a:sym typeface="Heeb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sz="1200" b="1" dirty="0">
                          <a:solidFill>
                            <a:schemeClr val="dk1"/>
                          </a:solidFill>
                          <a:latin typeface="Heebo"/>
                          <a:ea typeface="Heebo"/>
                          <a:cs typeface="Heebo"/>
                          <a:sym typeface="Heebo"/>
                        </a:rPr>
                        <a:t>Limitations</a:t>
                      </a:r>
                      <a:endParaRPr sz="1200" b="1" dirty="0">
                        <a:solidFill>
                          <a:schemeClr val="dk1"/>
                        </a:solidFill>
                        <a:latin typeface="Heebo"/>
                        <a:ea typeface="Heebo"/>
                        <a:cs typeface="Heebo"/>
                        <a:sym typeface="Heeb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85053">
                <a:tc>
                  <a:txBody>
                    <a:bodyPr/>
                    <a:lstStyle/>
                    <a:p>
                      <a:pPr marL="0" lvl="0" indent="0" algn="l" rtl="0">
                        <a:spcBef>
                          <a:spcPts val="0"/>
                        </a:spcBef>
                        <a:spcAft>
                          <a:spcPts val="0"/>
                        </a:spcAft>
                        <a:buNone/>
                      </a:pPr>
                      <a:r>
                        <a:rPr lang="en-US" sz="1200" b="1" u="sng" dirty="0">
                          <a:solidFill>
                            <a:schemeClr val="tx1"/>
                          </a:solidFill>
                          <a:latin typeface="Heebo"/>
                          <a:ea typeface="Heebo"/>
                          <a:cs typeface="Heebo"/>
                          <a:sym typeface="Heebo"/>
                        </a:rPr>
                        <a:t>Results</a:t>
                      </a:r>
                      <a:endParaRPr sz="1200" b="1" u="sng" dirty="0">
                        <a:solidFill>
                          <a:schemeClr val="tx1"/>
                        </a:solidFill>
                        <a:latin typeface="Heebo"/>
                        <a:ea typeface="Heebo"/>
                        <a:cs typeface="Heebo"/>
                        <a:sym typeface="Heebo"/>
                      </a:endParaRPr>
                    </a:p>
                  </a:txBody>
                  <a:tcPr marL="91425" marR="91425" marT="0" marB="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en-US" sz="1200" b="1" dirty="0">
                          <a:solidFill>
                            <a:schemeClr val="dk1"/>
                          </a:solidFill>
                          <a:latin typeface="Heebo"/>
                          <a:ea typeface="Heebo"/>
                          <a:cs typeface="Heebo"/>
                          <a:sym typeface="Heebo"/>
                        </a:rPr>
                        <a:t>Conclusion</a:t>
                      </a:r>
                      <a:endParaRPr sz="1200" b="1" dirty="0">
                        <a:solidFill>
                          <a:schemeClr val="dk1"/>
                        </a:solidFill>
                        <a:latin typeface="Heebo"/>
                        <a:ea typeface="Heebo"/>
                        <a:cs typeface="Heebo"/>
                        <a:sym typeface="Heebo"/>
                      </a:endParaRPr>
                    </a:p>
                  </a:txBody>
                  <a:tcPr marL="91425" marR="91425"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42568607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p51"/>
          <p:cNvSpPr txBox="1">
            <a:spLocks noGrp="1"/>
          </p:cNvSpPr>
          <p:nvPr>
            <p:ph type="title"/>
          </p:nvPr>
        </p:nvSpPr>
        <p:spPr>
          <a:xfrm>
            <a:off x="717750" y="752460"/>
            <a:ext cx="77085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      INTRODUCTION</a:t>
            </a:r>
            <a:endParaRPr dirty="0"/>
          </a:p>
        </p:txBody>
      </p:sp>
      <p:sp>
        <p:nvSpPr>
          <p:cNvPr id="827" name="Google Shape;827;p51"/>
          <p:cNvSpPr txBox="1">
            <a:spLocks noGrp="1"/>
          </p:cNvSpPr>
          <p:nvPr>
            <p:ph type="subTitle" idx="1"/>
          </p:nvPr>
        </p:nvSpPr>
        <p:spPr>
          <a:xfrm>
            <a:off x="658277" y="1480930"/>
            <a:ext cx="7708500" cy="2622110"/>
          </a:xfrm>
          <a:prstGeom prst="rect">
            <a:avLst/>
          </a:prstGeom>
        </p:spPr>
        <p:txBody>
          <a:bodyPr spcFirstLastPara="1" wrap="square" lIns="91425" tIns="91425" rIns="91425" bIns="91425" anchor="t" anchorCtr="0">
            <a:noAutofit/>
          </a:bodyPr>
          <a:lstStyle/>
          <a:p>
            <a:pPr marL="152400" indent="0">
              <a:buNone/>
            </a:pPr>
            <a:r>
              <a:rPr lang="en-US" sz="1400" dirty="0"/>
              <a:t>An </a:t>
            </a:r>
            <a:r>
              <a:rPr lang="en-US" sz="1400" b="1" dirty="0"/>
              <a:t>AI Stock Trading Bot</a:t>
            </a:r>
            <a:r>
              <a:rPr lang="en-US" sz="1400" dirty="0"/>
              <a:t> is an intelligent software system that uses </a:t>
            </a:r>
            <a:r>
              <a:rPr lang="en-US" sz="1400" b="1" dirty="0"/>
              <a:t>Artificial Intelligence (AI), Machine Learning (ML), and market data analysis</a:t>
            </a:r>
            <a:r>
              <a:rPr lang="en-US" sz="1400" dirty="0"/>
              <a:t> to automatically monitor stock markets, predict price movements, generate trading signals, and execute trades.</a:t>
            </a:r>
          </a:p>
          <a:p>
            <a:pPr marL="152400" indent="0">
              <a:buNone/>
            </a:pPr>
            <a:r>
              <a:rPr lang="en-US" sz="1400" dirty="0"/>
              <a:t>The bot analyzes factors such as:</a:t>
            </a:r>
          </a:p>
          <a:p>
            <a:pPr>
              <a:buFont typeface="Arial" panose="020B0604020202020204" pitchFamily="34" charset="0"/>
              <a:buChar char="•"/>
            </a:pPr>
            <a:r>
              <a:rPr lang="en-US" sz="1400" dirty="0"/>
              <a:t>Real-time stock prices </a:t>
            </a:r>
          </a:p>
          <a:p>
            <a:pPr>
              <a:buFont typeface="Arial" panose="020B0604020202020204" pitchFamily="34" charset="0"/>
              <a:buChar char="•"/>
            </a:pPr>
            <a:r>
              <a:rPr lang="en-US" sz="1400" dirty="0"/>
              <a:t>Historical market data </a:t>
            </a:r>
          </a:p>
          <a:p>
            <a:pPr>
              <a:buFont typeface="Arial" panose="020B0604020202020204" pitchFamily="34" charset="0"/>
              <a:buChar char="•"/>
            </a:pPr>
            <a:r>
              <a:rPr lang="en-US" sz="1400" dirty="0"/>
              <a:t>Technical indicators </a:t>
            </a:r>
          </a:p>
          <a:p>
            <a:pPr>
              <a:buFont typeface="Arial" panose="020B0604020202020204" pitchFamily="34" charset="0"/>
              <a:buChar char="•"/>
            </a:pPr>
            <a:r>
              <a:rPr lang="en-US" sz="1400" dirty="0"/>
              <a:t>Financial news </a:t>
            </a:r>
          </a:p>
          <a:p>
            <a:pPr>
              <a:buFont typeface="Arial" panose="020B0604020202020204" pitchFamily="34" charset="0"/>
              <a:buChar char="•"/>
            </a:pPr>
            <a:r>
              <a:rPr lang="en-US" sz="1400" dirty="0"/>
              <a:t>Market trends </a:t>
            </a:r>
          </a:p>
          <a:p>
            <a:pPr marL="152400" indent="0">
              <a:buNone/>
            </a:pPr>
            <a:r>
              <a:rPr lang="en-US" sz="1400" dirty="0"/>
              <a:t>Based on this analysis, it can generate </a:t>
            </a:r>
            <a:r>
              <a:rPr lang="en-US" sz="1400" b="1" dirty="0"/>
              <a:t>BUY, SELL, or HOLD</a:t>
            </a:r>
            <a:r>
              <a:rPr lang="en-US" sz="1400" dirty="0"/>
              <a:t> recommendations and, in some cases, execute trades automatically.</a:t>
            </a:r>
          </a:p>
          <a:p>
            <a:pPr marL="0" lvl="0" indent="0" algn="l" rtl="0">
              <a:spcBef>
                <a:spcPts val="0"/>
              </a:spcBef>
              <a:spcAft>
                <a:spcPts val="0"/>
              </a:spcAft>
              <a:buNone/>
            </a:pPr>
            <a:endParaRPr dirty="0"/>
          </a:p>
        </p:txBody>
      </p:sp>
      <p:pic>
        <p:nvPicPr>
          <p:cNvPr id="830" name="Google Shape;830;p51"/>
          <p:cNvPicPr preferRelativeResize="0"/>
          <p:nvPr/>
        </p:nvPicPr>
        <p:blipFill>
          <a:blip r:embed="rId3">
            <a:alphaModFix/>
          </a:blip>
          <a:stretch>
            <a:fillRect/>
          </a:stretch>
        </p:blipFill>
        <p:spPr>
          <a:xfrm>
            <a:off x="7568954" y="3573214"/>
            <a:ext cx="1434015" cy="1444261"/>
          </a:xfrm>
          <a:prstGeom prst="rect">
            <a:avLst/>
          </a:prstGeom>
          <a:noFill/>
          <a:ln>
            <a:noFill/>
          </a:ln>
        </p:spPr>
      </p:pic>
      <p:pic>
        <p:nvPicPr>
          <p:cNvPr id="2" name="Picture 1">
            <a:extLst>
              <a:ext uri="{FF2B5EF4-FFF2-40B4-BE49-F238E27FC236}">
                <a16:creationId xmlns:a16="http://schemas.microsoft.com/office/drawing/2014/main" id="{12203F74-1103-4946-BE82-4EBF75138B76}"/>
              </a:ext>
            </a:extLst>
          </p:cNvPr>
          <p:cNvPicPr>
            <a:picLocks noChangeAspect="1"/>
          </p:cNvPicPr>
          <p:nvPr/>
        </p:nvPicPr>
        <p:blipFill>
          <a:blip r:embed="rId4"/>
          <a:stretch>
            <a:fillRect/>
          </a:stretch>
        </p:blipFill>
        <p:spPr>
          <a:xfrm>
            <a:off x="858999" y="882001"/>
            <a:ext cx="341406" cy="3779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4"/>
          <p:cNvSpPr txBox="1">
            <a:spLocks noGrp="1"/>
          </p:cNvSpPr>
          <p:nvPr>
            <p:ph type="title"/>
          </p:nvPr>
        </p:nvSpPr>
        <p:spPr>
          <a:xfrm>
            <a:off x="4849550" y="2297825"/>
            <a:ext cx="3694800" cy="1626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Objectives</a:t>
            </a:r>
            <a:endParaRPr dirty="0"/>
          </a:p>
          <a:p>
            <a:pPr marL="0" lvl="0" indent="0" algn="r" rtl="0">
              <a:spcBef>
                <a:spcPts val="0"/>
              </a:spcBef>
              <a:spcAft>
                <a:spcPts val="0"/>
              </a:spcAft>
              <a:buNone/>
            </a:pPr>
            <a:r>
              <a:rPr lang="en" dirty="0"/>
              <a:t>of the project</a:t>
            </a:r>
            <a:endParaRPr dirty="0"/>
          </a:p>
        </p:txBody>
      </p:sp>
      <p:pic>
        <p:nvPicPr>
          <p:cNvPr id="41" name="Picture Placeholder 40">
            <a:extLst>
              <a:ext uri="{FF2B5EF4-FFF2-40B4-BE49-F238E27FC236}">
                <a16:creationId xmlns:a16="http://schemas.microsoft.com/office/drawing/2014/main" id="{25041272-0BC5-4650-B3EC-A0E63678F932}"/>
              </a:ext>
            </a:extLst>
          </p:cNvPr>
          <p:cNvPicPr>
            <a:picLocks noGrp="1" noChangeAspect="1"/>
          </p:cNvPicPr>
          <p:nvPr>
            <p:ph type="pic" idx="3"/>
          </p:nvPr>
        </p:nvPicPr>
        <p:blipFill rotWithShape="1">
          <a:blip r:embed="rId3"/>
          <a:srcRect l="15595" t="-187" r="17843" b="187"/>
          <a:stretch/>
        </p:blipFill>
        <p:spPr>
          <a:xfrm>
            <a:off x="599650" y="265625"/>
            <a:ext cx="4059900" cy="4064400"/>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4" name="Google Shape;384;p39"/>
          <p:cNvSpPr txBox="1">
            <a:spLocks noGrp="1"/>
          </p:cNvSpPr>
          <p:nvPr>
            <p:ph type="title" idx="2"/>
          </p:nvPr>
        </p:nvSpPr>
        <p:spPr>
          <a:xfrm>
            <a:off x="2816086" y="973154"/>
            <a:ext cx="3659494" cy="68454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dirty="0">
                <a:solidFill>
                  <a:schemeClr val="tx1"/>
                </a:solidFill>
              </a:rPr>
              <a:t>OBJECTIVE</a:t>
            </a:r>
            <a:endParaRPr b="1" dirty="0">
              <a:solidFill>
                <a:schemeClr val="tx1"/>
              </a:solidFill>
            </a:endParaRPr>
          </a:p>
        </p:txBody>
      </p:sp>
      <p:sp>
        <p:nvSpPr>
          <p:cNvPr id="385" name="Google Shape;385;p39"/>
          <p:cNvSpPr txBox="1">
            <a:spLocks noGrp="1"/>
          </p:cNvSpPr>
          <p:nvPr>
            <p:ph type="subTitle" idx="3"/>
          </p:nvPr>
        </p:nvSpPr>
        <p:spPr>
          <a:xfrm>
            <a:off x="1151793" y="2587729"/>
            <a:ext cx="6988080" cy="139973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600" dirty="0"/>
              <a:t>To develop an AI-powered stock trading system that analyzes market data, predicts trading opportunities, generates intelligent trading signals, and assists users in making informed investment decisions.</a:t>
            </a:r>
            <a:endParaRPr sz="1600" dirty="0"/>
          </a:p>
        </p:txBody>
      </p:sp>
      <p:pic>
        <p:nvPicPr>
          <p:cNvPr id="10" name="Picture 9">
            <a:extLst>
              <a:ext uri="{FF2B5EF4-FFF2-40B4-BE49-F238E27FC236}">
                <a16:creationId xmlns:a16="http://schemas.microsoft.com/office/drawing/2014/main" id="{1D475471-48EC-425B-BAAC-735C5D693181}"/>
              </a:ext>
            </a:extLst>
          </p:cNvPr>
          <p:cNvPicPr>
            <a:picLocks noChangeAspect="1"/>
          </p:cNvPicPr>
          <p:nvPr/>
        </p:nvPicPr>
        <p:blipFill>
          <a:blip r:embed="rId3"/>
          <a:stretch>
            <a:fillRect/>
          </a:stretch>
        </p:blipFill>
        <p:spPr>
          <a:xfrm>
            <a:off x="2415541" y="973154"/>
            <a:ext cx="626958" cy="623584"/>
          </a:xfrm>
          <a:prstGeom prst="rect">
            <a:avLst/>
          </a:prstGeom>
        </p:spPr>
      </p:pic>
      <p:sp>
        <p:nvSpPr>
          <p:cNvPr id="14" name="TextBox 13">
            <a:extLst>
              <a:ext uri="{FF2B5EF4-FFF2-40B4-BE49-F238E27FC236}">
                <a16:creationId xmlns:a16="http://schemas.microsoft.com/office/drawing/2014/main" id="{3479DFF0-ED3D-4AE7-9328-F55A7A6B6651}"/>
              </a:ext>
            </a:extLst>
          </p:cNvPr>
          <p:cNvSpPr txBox="1"/>
          <p:nvPr/>
        </p:nvSpPr>
        <p:spPr>
          <a:xfrm>
            <a:off x="1238250" y="2093296"/>
            <a:ext cx="6526530" cy="307777"/>
          </a:xfrm>
          <a:prstGeom prst="rect">
            <a:avLst/>
          </a:prstGeom>
          <a:noFill/>
        </p:spPr>
        <p:txBody>
          <a:bodyPr wrap="square">
            <a:spAutoFit/>
          </a:bodyPr>
          <a:lstStyle/>
          <a:p>
            <a:r>
              <a:rPr lang="en-US" b="1" dirty="0">
                <a:solidFill>
                  <a:schemeClr val="tx1"/>
                </a:solidFill>
              </a:rPr>
              <a:t>Goals of the Project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40"/>
          <p:cNvSpPr txBox="1">
            <a:spLocks noGrp="1"/>
          </p:cNvSpPr>
          <p:nvPr>
            <p:ph type="title"/>
          </p:nvPr>
        </p:nvSpPr>
        <p:spPr>
          <a:xfrm>
            <a:off x="1878349" y="457200"/>
            <a:ext cx="4738260" cy="84920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000" dirty="0">
                <a:solidFill>
                  <a:schemeClr val="tx1"/>
                </a:solidFill>
              </a:rPr>
              <a:t> WORKING</a:t>
            </a:r>
            <a:endParaRPr sz="4000" dirty="0">
              <a:solidFill>
                <a:schemeClr val="tx1"/>
              </a:solidFill>
            </a:endParaRPr>
          </a:p>
        </p:txBody>
      </p:sp>
      <p:sp>
        <p:nvSpPr>
          <p:cNvPr id="25" name="Rectangle 24">
            <a:extLst>
              <a:ext uri="{FF2B5EF4-FFF2-40B4-BE49-F238E27FC236}">
                <a16:creationId xmlns:a16="http://schemas.microsoft.com/office/drawing/2014/main" id="{8749512E-4DC8-4B3B-8B91-C82797075532}"/>
              </a:ext>
            </a:extLst>
          </p:cNvPr>
          <p:cNvSpPr>
            <a:spLocks noChangeArrowheads="1"/>
          </p:cNvSpPr>
          <p:nvPr/>
        </p:nvSpPr>
        <p:spPr bwMode="auto">
          <a:xfrm>
            <a:off x="2101192" y="1376239"/>
            <a:ext cx="6441074"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A stock trading bot works in 4 main steps:</a:t>
            </a: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1. Data Collection</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It collects real-time and historical market data such as:</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Trading volume </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Stock prices (Open, High, Low, Close) </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Market news </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Financial reports </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Rectangle 26">
            <a:extLst>
              <a:ext uri="{FF2B5EF4-FFF2-40B4-BE49-F238E27FC236}">
                <a16:creationId xmlns:a16="http://schemas.microsoft.com/office/drawing/2014/main" id="{A68A61B2-C929-408D-BEFF-05F5A8729F85}"/>
              </a:ext>
            </a:extLst>
          </p:cNvPr>
          <p:cNvSpPr>
            <a:spLocks noChangeArrowheads="1"/>
          </p:cNvSpPr>
          <p:nvPr/>
        </p:nvSpPr>
        <p:spPr bwMode="auto">
          <a:xfrm>
            <a:off x="2091605" y="3190804"/>
            <a:ext cx="5231252"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 Data Analysis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It analyzes data using: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Technical indicators (RSI, MACD, Bollinger Bands)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Machine Learning models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AI prediction systems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 name="Picture 19">
            <a:extLst>
              <a:ext uri="{FF2B5EF4-FFF2-40B4-BE49-F238E27FC236}">
                <a16:creationId xmlns:a16="http://schemas.microsoft.com/office/drawing/2014/main" id="{33EDC559-D12B-4930-885C-636B73738F83}"/>
              </a:ext>
            </a:extLst>
          </p:cNvPr>
          <p:cNvPicPr>
            <a:picLocks noChangeAspect="1"/>
          </p:cNvPicPr>
          <p:nvPr/>
        </p:nvPicPr>
        <p:blipFill>
          <a:blip r:embed="rId3"/>
          <a:stretch>
            <a:fillRect/>
          </a:stretch>
        </p:blipFill>
        <p:spPr>
          <a:xfrm>
            <a:off x="2004647" y="310300"/>
            <a:ext cx="900828" cy="996108"/>
          </a:xfrm>
          <a:prstGeom prst="rect">
            <a:avLst/>
          </a:prstGeom>
        </p:spPr>
      </p:pic>
      <p:pic>
        <p:nvPicPr>
          <p:cNvPr id="21" name="Picture 20">
            <a:extLst>
              <a:ext uri="{FF2B5EF4-FFF2-40B4-BE49-F238E27FC236}">
                <a16:creationId xmlns:a16="http://schemas.microsoft.com/office/drawing/2014/main" id="{DE1A69D8-BE58-4B6F-A61C-FC228E302FFA}"/>
              </a:ext>
            </a:extLst>
          </p:cNvPr>
          <p:cNvPicPr>
            <a:picLocks noChangeAspect="1"/>
          </p:cNvPicPr>
          <p:nvPr/>
        </p:nvPicPr>
        <p:blipFill>
          <a:blip r:embed="rId4"/>
          <a:stretch>
            <a:fillRect/>
          </a:stretch>
        </p:blipFill>
        <p:spPr>
          <a:xfrm>
            <a:off x="1829424" y="1650240"/>
            <a:ext cx="302456" cy="302456"/>
          </a:xfrm>
          <a:prstGeom prst="rect">
            <a:avLst/>
          </a:prstGeom>
        </p:spPr>
      </p:pic>
      <p:pic>
        <p:nvPicPr>
          <p:cNvPr id="22" name="Picture 21">
            <a:extLst>
              <a:ext uri="{FF2B5EF4-FFF2-40B4-BE49-F238E27FC236}">
                <a16:creationId xmlns:a16="http://schemas.microsoft.com/office/drawing/2014/main" id="{B8A171D9-B471-4199-88F9-77A21A3F8F3D}"/>
              </a:ext>
            </a:extLst>
          </p:cNvPr>
          <p:cNvPicPr>
            <a:picLocks noChangeAspect="1"/>
          </p:cNvPicPr>
          <p:nvPr/>
        </p:nvPicPr>
        <p:blipFill>
          <a:blip r:embed="rId5"/>
          <a:stretch>
            <a:fillRect/>
          </a:stretch>
        </p:blipFill>
        <p:spPr>
          <a:xfrm>
            <a:off x="1828615" y="3226511"/>
            <a:ext cx="273386" cy="27338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3F61196-25F3-4E3B-989B-1E127C0D86BB}"/>
              </a:ext>
            </a:extLst>
          </p:cNvPr>
          <p:cNvSpPr txBox="1"/>
          <p:nvPr/>
        </p:nvSpPr>
        <p:spPr>
          <a:xfrm>
            <a:off x="1974752" y="2419689"/>
            <a:ext cx="7480494" cy="110799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4. Trade Execution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bot can: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Suggest trades to users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Or automatically execute trades (in advanced systems)</a:t>
            </a:r>
          </a:p>
        </p:txBody>
      </p:sp>
      <p:sp>
        <p:nvSpPr>
          <p:cNvPr id="9" name="TextBox 8">
            <a:extLst>
              <a:ext uri="{FF2B5EF4-FFF2-40B4-BE49-F238E27FC236}">
                <a16:creationId xmlns:a16="http://schemas.microsoft.com/office/drawing/2014/main" id="{0DB940F9-880D-4638-80C5-4BB66FEC29AD}"/>
              </a:ext>
            </a:extLst>
          </p:cNvPr>
          <p:cNvSpPr txBox="1"/>
          <p:nvPr/>
        </p:nvSpPr>
        <p:spPr>
          <a:xfrm>
            <a:off x="1974752" y="944011"/>
            <a:ext cx="7480494" cy="861774"/>
          </a:xfrm>
          <a:prstGeom prst="rect">
            <a:avLst/>
          </a:prstGeom>
          <a:noFill/>
        </p:spPr>
        <p:txBody>
          <a:bodyPr wrap="square">
            <a:spAutoFit/>
          </a:bodyPr>
          <a:lstStyle/>
          <a:p>
            <a:r>
              <a:rPr lang="en-US" sz="1800" b="1" dirty="0">
                <a:solidFill>
                  <a:schemeClr val="tx1"/>
                </a:solidFill>
              </a:rPr>
              <a:t>3. Signal Generation</a:t>
            </a:r>
          </a:p>
          <a:p>
            <a:r>
              <a:rPr lang="en-US" sz="1600" dirty="0">
                <a:solidFill>
                  <a:schemeClr val="tx1"/>
                </a:solidFill>
              </a:rPr>
              <a:t>Based on analysis, the bot generates signals:</a:t>
            </a:r>
          </a:p>
          <a:p>
            <a:endParaRPr lang="en-US" sz="1600" dirty="0">
              <a:solidFill>
                <a:schemeClr val="tx1"/>
              </a:solidFill>
            </a:endParaRPr>
          </a:p>
        </p:txBody>
      </p:sp>
      <p:sp>
        <p:nvSpPr>
          <p:cNvPr id="12" name="Rectangle 2">
            <a:extLst>
              <a:ext uri="{FF2B5EF4-FFF2-40B4-BE49-F238E27FC236}">
                <a16:creationId xmlns:a16="http://schemas.microsoft.com/office/drawing/2014/main" id="{ADF5B8CD-C989-4A5D-8DE6-4774B8484EA2}"/>
              </a:ext>
            </a:extLst>
          </p:cNvPr>
          <p:cNvSpPr>
            <a:spLocks noChangeArrowheads="1"/>
          </p:cNvSpPr>
          <p:nvPr/>
        </p:nvSpPr>
        <p:spPr bwMode="auto">
          <a:xfrm>
            <a:off x="1974752" y="1248389"/>
            <a:ext cx="7128802"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BUY signal → stock expected to rise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SELL signal → stock expected to fall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HOLD signal → no clear trend </a:t>
            </a:r>
          </a:p>
        </p:txBody>
      </p:sp>
      <p:pic>
        <p:nvPicPr>
          <p:cNvPr id="13" name="Picture 12">
            <a:extLst>
              <a:ext uri="{FF2B5EF4-FFF2-40B4-BE49-F238E27FC236}">
                <a16:creationId xmlns:a16="http://schemas.microsoft.com/office/drawing/2014/main" id="{23DA4B0C-11CC-403A-B026-DD6E15CFAFFA}"/>
              </a:ext>
            </a:extLst>
          </p:cNvPr>
          <p:cNvPicPr>
            <a:picLocks noChangeAspect="1"/>
          </p:cNvPicPr>
          <p:nvPr/>
        </p:nvPicPr>
        <p:blipFill>
          <a:blip r:embed="rId2"/>
          <a:stretch>
            <a:fillRect/>
          </a:stretch>
        </p:blipFill>
        <p:spPr>
          <a:xfrm>
            <a:off x="1680488" y="944011"/>
            <a:ext cx="294264" cy="326366"/>
          </a:xfrm>
          <a:prstGeom prst="rect">
            <a:avLst/>
          </a:prstGeom>
        </p:spPr>
      </p:pic>
      <p:pic>
        <p:nvPicPr>
          <p:cNvPr id="14" name="Picture 13">
            <a:extLst>
              <a:ext uri="{FF2B5EF4-FFF2-40B4-BE49-F238E27FC236}">
                <a16:creationId xmlns:a16="http://schemas.microsoft.com/office/drawing/2014/main" id="{C438F79D-6429-40DB-BAF7-2966E13106A5}"/>
              </a:ext>
            </a:extLst>
          </p:cNvPr>
          <p:cNvPicPr>
            <a:picLocks noChangeAspect="1"/>
          </p:cNvPicPr>
          <p:nvPr/>
        </p:nvPicPr>
        <p:blipFill>
          <a:blip r:embed="rId3"/>
          <a:stretch>
            <a:fillRect/>
          </a:stretch>
        </p:blipFill>
        <p:spPr>
          <a:xfrm>
            <a:off x="1644133" y="2482970"/>
            <a:ext cx="316927" cy="276033"/>
          </a:xfrm>
          <a:prstGeom prst="rect">
            <a:avLst/>
          </a:prstGeom>
        </p:spPr>
      </p:pic>
    </p:spTree>
    <p:extLst>
      <p:ext uri="{BB962C8B-B14F-4D97-AF65-F5344CB8AC3E}">
        <p14:creationId xmlns:p14="http://schemas.microsoft.com/office/powerpoint/2010/main" val="4098103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2"/>
          <p:cNvSpPr txBox="1">
            <a:spLocks noGrp="1"/>
          </p:cNvSpPr>
          <p:nvPr>
            <p:ph type="title"/>
          </p:nvPr>
        </p:nvSpPr>
        <p:spPr>
          <a:xfrm>
            <a:off x="2582376" y="361922"/>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KEY FEATURES</a:t>
            </a:r>
            <a:endParaRPr dirty="0"/>
          </a:p>
        </p:txBody>
      </p:sp>
      <p:sp>
        <p:nvSpPr>
          <p:cNvPr id="266" name="Google Shape;266;p32"/>
          <p:cNvSpPr txBox="1">
            <a:spLocks noGrp="1"/>
          </p:cNvSpPr>
          <p:nvPr>
            <p:ph type="title" idx="2"/>
          </p:nvPr>
        </p:nvSpPr>
        <p:spPr>
          <a:xfrm>
            <a:off x="689152" y="1157754"/>
            <a:ext cx="7347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sp>
        <p:nvSpPr>
          <p:cNvPr id="267" name="Google Shape;267;p32"/>
          <p:cNvSpPr txBox="1">
            <a:spLocks noGrp="1"/>
          </p:cNvSpPr>
          <p:nvPr>
            <p:ph type="title" idx="3"/>
          </p:nvPr>
        </p:nvSpPr>
        <p:spPr>
          <a:xfrm>
            <a:off x="720000" y="3260016"/>
            <a:ext cx="7347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07</a:t>
            </a:r>
            <a:endParaRPr dirty="0"/>
          </a:p>
        </p:txBody>
      </p:sp>
      <p:sp>
        <p:nvSpPr>
          <p:cNvPr id="268" name="Google Shape;268;p32"/>
          <p:cNvSpPr txBox="1">
            <a:spLocks noGrp="1"/>
          </p:cNvSpPr>
          <p:nvPr>
            <p:ph type="title" idx="4"/>
          </p:nvPr>
        </p:nvSpPr>
        <p:spPr>
          <a:xfrm>
            <a:off x="3411592" y="1157754"/>
            <a:ext cx="7347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269" name="Google Shape;269;p32"/>
          <p:cNvSpPr txBox="1">
            <a:spLocks noGrp="1"/>
          </p:cNvSpPr>
          <p:nvPr>
            <p:ph type="title" idx="5"/>
          </p:nvPr>
        </p:nvSpPr>
        <p:spPr>
          <a:xfrm>
            <a:off x="3306000" y="3260016"/>
            <a:ext cx="7347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08</a:t>
            </a:r>
            <a:endParaRPr dirty="0"/>
          </a:p>
        </p:txBody>
      </p:sp>
      <p:sp>
        <p:nvSpPr>
          <p:cNvPr id="270" name="Google Shape;270;p32"/>
          <p:cNvSpPr txBox="1">
            <a:spLocks noGrp="1"/>
          </p:cNvSpPr>
          <p:nvPr>
            <p:ph type="title" idx="6"/>
          </p:nvPr>
        </p:nvSpPr>
        <p:spPr>
          <a:xfrm>
            <a:off x="6259100" y="1157754"/>
            <a:ext cx="7347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271" name="Google Shape;271;p32"/>
          <p:cNvSpPr txBox="1">
            <a:spLocks noGrp="1"/>
          </p:cNvSpPr>
          <p:nvPr>
            <p:ph type="title" idx="7"/>
          </p:nvPr>
        </p:nvSpPr>
        <p:spPr>
          <a:xfrm>
            <a:off x="3306000" y="2390302"/>
            <a:ext cx="734700" cy="44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sp>
        <p:nvSpPr>
          <p:cNvPr id="272" name="Google Shape;272;p32"/>
          <p:cNvSpPr txBox="1">
            <a:spLocks noGrp="1"/>
          </p:cNvSpPr>
          <p:nvPr>
            <p:ph type="subTitle" idx="1"/>
          </p:nvPr>
        </p:nvSpPr>
        <p:spPr>
          <a:xfrm>
            <a:off x="548658" y="1667866"/>
            <a:ext cx="2495788" cy="62488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AI Trading Signals</a:t>
            </a:r>
            <a:endParaRPr dirty="0"/>
          </a:p>
        </p:txBody>
      </p:sp>
      <p:sp>
        <p:nvSpPr>
          <p:cNvPr id="273" name="Google Shape;273;p32"/>
          <p:cNvSpPr txBox="1">
            <a:spLocks noGrp="1"/>
          </p:cNvSpPr>
          <p:nvPr>
            <p:ph type="subTitle" idx="8"/>
          </p:nvPr>
        </p:nvSpPr>
        <p:spPr>
          <a:xfrm>
            <a:off x="3122326" y="1667866"/>
            <a:ext cx="2532000" cy="49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Portfolio Management</a:t>
            </a:r>
            <a:endParaRPr dirty="0"/>
          </a:p>
        </p:txBody>
      </p:sp>
      <p:sp>
        <p:nvSpPr>
          <p:cNvPr id="274" name="Google Shape;274;p32"/>
          <p:cNvSpPr txBox="1">
            <a:spLocks noGrp="1"/>
          </p:cNvSpPr>
          <p:nvPr>
            <p:ph type="subTitle" idx="9"/>
          </p:nvPr>
        </p:nvSpPr>
        <p:spPr>
          <a:xfrm>
            <a:off x="6035570" y="1667866"/>
            <a:ext cx="2532000" cy="49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Auto Trading</a:t>
            </a:r>
            <a:endParaRPr dirty="0"/>
          </a:p>
        </p:txBody>
      </p:sp>
      <p:sp>
        <p:nvSpPr>
          <p:cNvPr id="275" name="Google Shape;275;p32"/>
          <p:cNvSpPr txBox="1">
            <a:spLocks noGrp="1"/>
          </p:cNvSpPr>
          <p:nvPr>
            <p:ph type="subTitle" idx="13"/>
          </p:nvPr>
        </p:nvSpPr>
        <p:spPr>
          <a:xfrm>
            <a:off x="720000" y="3707625"/>
            <a:ext cx="2532000" cy="44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Technical Indicators</a:t>
            </a:r>
            <a:endParaRPr dirty="0"/>
          </a:p>
        </p:txBody>
      </p:sp>
      <p:sp>
        <p:nvSpPr>
          <p:cNvPr id="276" name="Google Shape;276;p32"/>
          <p:cNvSpPr txBox="1">
            <a:spLocks noGrp="1"/>
          </p:cNvSpPr>
          <p:nvPr>
            <p:ph type="subTitle" idx="14"/>
          </p:nvPr>
        </p:nvSpPr>
        <p:spPr>
          <a:xfrm>
            <a:off x="3306000" y="3707625"/>
            <a:ext cx="2532000" cy="44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RL Model Training</a:t>
            </a:r>
            <a:endParaRPr dirty="0"/>
          </a:p>
        </p:txBody>
      </p:sp>
      <p:sp>
        <p:nvSpPr>
          <p:cNvPr id="277" name="Google Shape;277;p32"/>
          <p:cNvSpPr txBox="1">
            <a:spLocks noGrp="1"/>
          </p:cNvSpPr>
          <p:nvPr>
            <p:ph type="subTitle" idx="15"/>
          </p:nvPr>
        </p:nvSpPr>
        <p:spPr>
          <a:xfrm>
            <a:off x="3122326" y="2757769"/>
            <a:ext cx="2532000" cy="44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Backtesting</a:t>
            </a:r>
            <a:endParaRPr dirty="0"/>
          </a:p>
        </p:txBody>
      </p:sp>
      <p:sp>
        <p:nvSpPr>
          <p:cNvPr id="4" name="TextBox 3">
            <a:extLst>
              <a:ext uri="{FF2B5EF4-FFF2-40B4-BE49-F238E27FC236}">
                <a16:creationId xmlns:a16="http://schemas.microsoft.com/office/drawing/2014/main" id="{BE08102A-31C9-4698-B8F7-64C4727605E5}"/>
              </a:ext>
            </a:extLst>
          </p:cNvPr>
          <p:cNvSpPr txBox="1"/>
          <p:nvPr/>
        </p:nvSpPr>
        <p:spPr>
          <a:xfrm>
            <a:off x="689152" y="2380948"/>
            <a:ext cx="1243726" cy="369332"/>
          </a:xfrm>
          <a:prstGeom prst="rect">
            <a:avLst/>
          </a:prstGeom>
          <a:noFill/>
        </p:spPr>
        <p:txBody>
          <a:bodyPr wrap="square" rtlCol="0">
            <a:spAutoFit/>
          </a:bodyPr>
          <a:lstStyle/>
          <a:p>
            <a:r>
              <a:rPr lang="en-US" sz="1800" b="1" dirty="0">
                <a:solidFill>
                  <a:schemeClr val="bg2"/>
                </a:solidFill>
              </a:rPr>
              <a:t>04</a:t>
            </a:r>
          </a:p>
        </p:txBody>
      </p:sp>
      <p:sp>
        <p:nvSpPr>
          <p:cNvPr id="5" name="TextBox 4">
            <a:extLst>
              <a:ext uri="{FF2B5EF4-FFF2-40B4-BE49-F238E27FC236}">
                <a16:creationId xmlns:a16="http://schemas.microsoft.com/office/drawing/2014/main" id="{93997E33-7C3C-4E7D-9D03-82AF16F1C8B5}"/>
              </a:ext>
            </a:extLst>
          </p:cNvPr>
          <p:cNvSpPr txBox="1"/>
          <p:nvPr/>
        </p:nvSpPr>
        <p:spPr>
          <a:xfrm flipH="1">
            <a:off x="689152" y="2781846"/>
            <a:ext cx="2306414" cy="368867"/>
          </a:xfrm>
          <a:prstGeom prst="rect">
            <a:avLst/>
          </a:prstGeom>
          <a:noFill/>
        </p:spPr>
        <p:txBody>
          <a:bodyPr wrap="square" rtlCol="0">
            <a:spAutoFit/>
          </a:bodyPr>
          <a:lstStyle/>
          <a:p>
            <a:r>
              <a:rPr lang="en-US" sz="1800" b="1" dirty="0">
                <a:solidFill>
                  <a:schemeClr val="tx1"/>
                </a:solidFill>
              </a:rPr>
              <a:t>AI Chat Assistant</a:t>
            </a:r>
          </a:p>
        </p:txBody>
      </p:sp>
      <p:sp>
        <p:nvSpPr>
          <p:cNvPr id="7" name="TextBox 6">
            <a:extLst>
              <a:ext uri="{FF2B5EF4-FFF2-40B4-BE49-F238E27FC236}">
                <a16:creationId xmlns:a16="http://schemas.microsoft.com/office/drawing/2014/main" id="{4FCD3FE4-32AA-426C-8083-0AA1AE2BC7CA}"/>
              </a:ext>
            </a:extLst>
          </p:cNvPr>
          <p:cNvSpPr txBox="1"/>
          <p:nvPr/>
        </p:nvSpPr>
        <p:spPr>
          <a:xfrm>
            <a:off x="6190408" y="2775960"/>
            <a:ext cx="2039816" cy="369332"/>
          </a:xfrm>
          <a:prstGeom prst="rect">
            <a:avLst/>
          </a:prstGeom>
          <a:noFill/>
        </p:spPr>
        <p:txBody>
          <a:bodyPr wrap="square" rtlCol="0">
            <a:spAutoFit/>
          </a:bodyPr>
          <a:lstStyle/>
          <a:p>
            <a:r>
              <a:rPr lang="en-US" sz="1800" b="1" dirty="0">
                <a:solidFill>
                  <a:schemeClr val="tx1"/>
                </a:solidFill>
              </a:rPr>
              <a:t>Notifications </a:t>
            </a:r>
          </a:p>
        </p:txBody>
      </p:sp>
      <p:sp>
        <p:nvSpPr>
          <p:cNvPr id="9" name="TextBox 8">
            <a:extLst>
              <a:ext uri="{FF2B5EF4-FFF2-40B4-BE49-F238E27FC236}">
                <a16:creationId xmlns:a16="http://schemas.microsoft.com/office/drawing/2014/main" id="{EFDBAFA3-105B-498A-AF49-D50C09C1ED12}"/>
              </a:ext>
            </a:extLst>
          </p:cNvPr>
          <p:cNvSpPr txBox="1"/>
          <p:nvPr/>
        </p:nvSpPr>
        <p:spPr>
          <a:xfrm flipH="1">
            <a:off x="6190408" y="2355267"/>
            <a:ext cx="1220903" cy="369332"/>
          </a:xfrm>
          <a:prstGeom prst="rect">
            <a:avLst/>
          </a:prstGeom>
          <a:noFill/>
        </p:spPr>
        <p:txBody>
          <a:bodyPr wrap="square" rtlCol="0">
            <a:spAutoFit/>
          </a:bodyPr>
          <a:lstStyle/>
          <a:p>
            <a:r>
              <a:rPr lang="en-US" sz="1800" b="1" dirty="0">
                <a:solidFill>
                  <a:schemeClr val="bg2"/>
                </a:solidFill>
              </a:rPr>
              <a:t>06</a:t>
            </a:r>
          </a:p>
        </p:txBody>
      </p:sp>
      <p:sp>
        <p:nvSpPr>
          <p:cNvPr id="10" name="TextBox 9">
            <a:extLst>
              <a:ext uri="{FF2B5EF4-FFF2-40B4-BE49-F238E27FC236}">
                <a16:creationId xmlns:a16="http://schemas.microsoft.com/office/drawing/2014/main" id="{FB6256D2-0B47-45A4-9429-5086FE5249B9}"/>
              </a:ext>
            </a:extLst>
          </p:cNvPr>
          <p:cNvSpPr txBox="1"/>
          <p:nvPr/>
        </p:nvSpPr>
        <p:spPr>
          <a:xfrm>
            <a:off x="6190408" y="3299150"/>
            <a:ext cx="784861" cy="369332"/>
          </a:xfrm>
          <a:prstGeom prst="rect">
            <a:avLst/>
          </a:prstGeom>
          <a:noFill/>
        </p:spPr>
        <p:txBody>
          <a:bodyPr wrap="square" rtlCol="0">
            <a:spAutoFit/>
          </a:bodyPr>
          <a:lstStyle/>
          <a:p>
            <a:r>
              <a:rPr lang="en-US" sz="1800" b="1" dirty="0">
                <a:solidFill>
                  <a:schemeClr val="bg2"/>
                </a:solidFill>
              </a:rPr>
              <a:t>09</a:t>
            </a:r>
          </a:p>
        </p:txBody>
      </p:sp>
      <p:sp>
        <p:nvSpPr>
          <p:cNvPr id="11" name="TextBox 10">
            <a:extLst>
              <a:ext uri="{FF2B5EF4-FFF2-40B4-BE49-F238E27FC236}">
                <a16:creationId xmlns:a16="http://schemas.microsoft.com/office/drawing/2014/main" id="{674E0431-7585-42E6-B34F-800BAF8A6B07}"/>
              </a:ext>
            </a:extLst>
          </p:cNvPr>
          <p:cNvSpPr txBox="1"/>
          <p:nvPr/>
        </p:nvSpPr>
        <p:spPr>
          <a:xfrm>
            <a:off x="6035570" y="3713752"/>
            <a:ext cx="2454264" cy="369332"/>
          </a:xfrm>
          <a:prstGeom prst="rect">
            <a:avLst/>
          </a:prstGeom>
          <a:noFill/>
        </p:spPr>
        <p:txBody>
          <a:bodyPr wrap="square" rtlCol="0">
            <a:spAutoFit/>
          </a:bodyPr>
          <a:lstStyle/>
          <a:p>
            <a:r>
              <a:rPr lang="en-US" sz="1800" b="1" dirty="0">
                <a:solidFill>
                  <a:schemeClr val="tx1"/>
                </a:solidFill>
              </a:rPr>
              <a:t>Login\Registration </a:t>
            </a:r>
          </a:p>
        </p:txBody>
      </p:sp>
      <p:pic>
        <p:nvPicPr>
          <p:cNvPr id="12" name="Picture 11">
            <a:extLst>
              <a:ext uri="{FF2B5EF4-FFF2-40B4-BE49-F238E27FC236}">
                <a16:creationId xmlns:a16="http://schemas.microsoft.com/office/drawing/2014/main" id="{3D88A966-C456-4BD9-8F93-FA2681B31D40}"/>
              </a:ext>
            </a:extLst>
          </p:cNvPr>
          <p:cNvPicPr>
            <a:picLocks noChangeAspect="1"/>
          </p:cNvPicPr>
          <p:nvPr/>
        </p:nvPicPr>
        <p:blipFill>
          <a:blip r:embed="rId3"/>
          <a:stretch>
            <a:fillRect/>
          </a:stretch>
        </p:blipFill>
        <p:spPr>
          <a:xfrm>
            <a:off x="1000957" y="380815"/>
            <a:ext cx="1371719" cy="69500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20" name="Google Shape;420;p43"/>
          <p:cNvSpPr txBox="1">
            <a:spLocks noGrp="1"/>
          </p:cNvSpPr>
          <p:nvPr>
            <p:ph type="title"/>
          </p:nvPr>
        </p:nvSpPr>
        <p:spPr>
          <a:xfrm>
            <a:off x="1153300" y="1327336"/>
            <a:ext cx="3785997" cy="75420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Login &amp; Registration</a:t>
            </a:r>
            <a:endParaRPr dirty="0"/>
          </a:p>
        </p:txBody>
      </p:sp>
      <p:grpSp>
        <p:nvGrpSpPr>
          <p:cNvPr id="422" name="Google Shape;422;p43"/>
          <p:cNvGrpSpPr/>
          <p:nvPr/>
        </p:nvGrpSpPr>
        <p:grpSpPr>
          <a:xfrm>
            <a:off x="6290239" y="646311"/>
            <a:ext cx="1834973" cy="3724678"/>
            <a:chOff x="5186401" y="494525"/>
            <a:chExt cx="1834973" cy="3724678"/>
          </a:xfrm>
        </p:grpSpPr>
        <p:sp>
          <p:nvSpPr>
            <p:cNvPr id="423" name="Google Shape;423;p43"/>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43"/>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25" name="Google Shape;425;p43"/>
          <p:cNvPicPr preferRelativeResize="0"/>
          <p:nvPr/>
        </p:nvPicPr>
        <p:blipFill rotWithShape="1">
          <a:blip r:embed="rId3">
            <a:alphaModFix/>
          </a:blip>
          <a:srcRect l="62263" r="8257"/>
          <a:stretch/>
        </p:blipFill>
        <p:spPr>
          <a:xfrm>
            <a:off x="6403257" y="867312"/>
            <a:ext cx="1664599" cy="3176198"/>
          </a:xfrm>
          <a:prstGeom prst="rect">
            <a:avLst/>
          </a:prstGeom>
          <a:noFill/>
          <a:ln w="9525" cap="flat" cmpd="sng">
            <a:solidFill>
              <a:schemeClr val="dk1"/>
            </a:solidFill>
            <a:prstDash val="solid"/>
            <a:round/>
            <a:headEnd type="none" w="sm" len="sm"/>
            <a:tailEnd type="none" w="sm" len="sm"/>
          </a:ln>
        </p:spPr>
      </p:pic>
      <p:sp>
        <p:nvSpPr>
          <p:cNvPr id="2" name="Subtitle 1">
            <a:extLst>
              <a:ext uri="{FF2B5EF4-FFF2-40B4-BE49-F238E27FC236}">
                <a16:creationId xmlns:a16="http://schemas.microsoft.com/office/drawing/2014/main" id="{122381CB-B9A8-4E34-957A-CA0450945C74}"/>
              </a:ext>
            </a:extLst>
          </p:cNvPr>
          <p:cNvSpPr>
            <a:spLocks noGrp="1" noChangeArrowheads="1"/>
          </p:cNvSpPr>
          <p:nvPr>
            <p:ph type="subTitle" idx="1"/>
          </p:nvPr>
        </p:nvSpPr>
        <p:spPr bwMode="auto">
          <a:xfrm>
            <a:off x="1103976" y="1904137"/>
            <a:ext cx="484632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User account creation (Sign Up)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Secure user authentication (Login)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Protects personal and trading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Personalized user dashboard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Authorized access to the system only </a:t>
            </a:r>
          </a:p>
        </p:txBody>
      </p:sp>
      <p:pic>
        <p:nvPicPr>
          <p:cNvPr id="6" name="Picture 5">
            <a:extLst>
              <a:ext uri="{FF2B5EF4-FFF2-40B4-BE49-F238E27FC236}">
                <a16:creationId xmlns:a16="http://schemas.microsoft.com/office/drawing/2014/main" id="{326CA43A-F5B7-4A03-949E-7960E48E6FDE}"/>
              </a:ext>
            </a:extLst>
          </p:cNvPr>
          <p:cNvPicPr>
            <a:picLocks noChangeAspect="1"/>
          </p:cNvPicPr>
          <p:nvPr/>
        </p:nvPicPr>
        <p:blipFill>
          <a:blip r:embed="rId4"/>
          <a:stretch>
            <a:fillRect/>
          </a:stretch>
        </p:blipFill>
        <p:spPr>
          <a:xfrm>
            <a:off x="6290239" y="693420"/>
            <a:ext cx="1834974" cy="342804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3"/>
          <p:cNvSpPr txBox="1">
            <a:spLocks noGrp="1"/>
          </p:cNvSpPr>
          <p:nvPr>
            <p:ph type="title"/>
          </p:nvPr>
        </p:nvSpPr>
        <p:spPr>
          <a:xfrm>
            <a:off x="690055" y="875700"/>
            <a:ext cx="4029120" cy="118209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br>
              <a:rPr lang="en-US" sz="3600" b="1" dirty="0">
                <a:solidFill>
                  <a:schemeClr val="bg2"/>
                </a:solidFill>
              </a:rPr>
            </a:br>
            <a:r>
              <a:rPr lang="en-US" dirty="0"/>
              <a:t>AI Trading Signals (BUY / SELL / HOLD)</a:t>
            </a:r>
            <a:endParaRPr dirty="0"/>
          </a:p>
        </p:txBody>
      </p:sp>
      <p:sp>
        <p:nvSpPr>
          <p:cNvPr id="3" name="Subtitle 2">
            <a:extLst>
              <a:ext uri="{FF2B5EF4-FFF2-40B4-BE49-F238E27FC236}">
                <a16:creationId xmlns:a16="http://schemas.microsoft.com/office/drawing/2014/main" id="{0BA6F055-840D-4FA3-BFBA-5AD594E8E41E}"/>
              </a:ext>
            </a:extLst>
          </p:cNvPr>
          <p:cNvSpPr>
            <a:spLocks noGrp="1"/>
          </p:cNvSpPr>
          <p:nvPr>
            <p:ph type="subTitle" idx="1"/>
          </p:nvPr>
        </p:nvSpPr>
        <p:spPr>
          <a:xfrm>
            <a:off x="880873" y="2057790"/>
            <a:ext cx="4097700" cy="2298300"/>
          </a:xfrm>
        </p:spPr>
        <p:txBody>
          <a:bodyPr/>
          <a:lstStyle/>
          <a:p>
            <a:pPr marL="152400" indent="0">
              <a:buNone/>
            </a:pPr>
            <a:r>
              <a:rPr lang="en-US" sz="1600" dirty="0"/>
              <a:t>The AI analyzes market data and generates trading signals:</a:t>
            </a:r>
          </a:p>
          <a:p>
            <a:pPr>
              <a:buFont typeface="Arial" panose="020B0604020202020204" pitchFamily="34" charset="0"/>
              <a:buChar char="•"/>
            </a:pPr>
            <a:r>
              <a:rPr lang="en-US" sz="1600" b="1" dirty="0"/>
              <a:t>BUY</a:t>
            </a:r>
            <a:r>
              <a:rPr lang="en-US" sz="1600" dirty="0"/>
              <a:t> → Stock is expected to increase in value </a:t>
            </a:r>
          </a:p>
          <a:p>
            <a:pPr>
              <a:buFont typeface="Arial" panose="020B0604020202020204" pitchFamily="34" charset="0"/>
              <a:buChar char="•"/>
            </a:pPr>
            <a:r>
              <a:rPr lang="en-US" sz="1600" b="1" dirty="0"/>
              <a:t>SELL</a:t>
            </a:r>
            <a:r>
              <a:rPr lang="en-US" sz="1600" dirty="0"/>
              <a:t> → Stock is expected to decrease in value </a:t>
            </a:r>
          </a:p>
          <a:p>
            <a:pPr>
              <a:buFont typeface="Arial" panose="020B0604020202020204" pitchFamily="34" charset="0"/>
              <a:buChar char="•"/>
            </a:pPr>
            <a:r>
              <a:rPr lang="en-US" sz="1600" b="1" dirty="0"/>
              <a:t>HOLD</a:t>
            </a:r>
            <a:r>
              <a:rPr lang="en-US" sz="1600" dirty="0"/>
              <a:t> → No clear trading opportunity </a:t>
            </a:r>
          </a:p>
          <a:p>
            <a:pPr marL="152400" indent="0">
              <a:buNone/>
            </a:pPr>
            <a:r>
              <a:rPr lang="en-US" sz="1600" dirty="0"/>
              <a:t>These signals help guide trading decisions</a:t>
            </a:r>
            <a:r>
              <a:rPr lang="en-US" dirty="0"/>
              <a:t>.</a:t>
            </a:r>
          </a:p>
          <a:p>
            <a:pPr marL="152400" indent="0">
              <a:buNone/>
            </a:pPr>
            <a:endParaRPr lang="en-US" dirty="0"/>
          </a:p>
        </p:txBody>
      </p:sp>
      <p:pic>
        <p:nvPicPr>
          <p:cNvPr id="7" name="Picture Placeholder 6">
            <a:extLst>
              <a:ext uri="{FF2B5EF4-FFF2-40B4-BE49-F238E27FC236}">
                <a16:creationId xmlns:a16="http://schemas.microsoft.com/office/drawing/2014/main" id="{CC1E1486-D2F9-44BD-8C47-7AB7C1E2952A}"/>
              </a:ext>
            </a:extLst>
          </p:cNvPr>
          <p:cNvPicPr>
            <a:picLocks noGrp="1" noChangeAspect="1"/>
          </p:cNvPicPr>
          <p:nvPr>
            <p:ph type="pic" idx="2"/>
          </p:nvPr>
        </p:nvPicPr>
        <p:blipFill rotWithShape="1">
          <a:blip r:embed="rId3"/>
          <a:srcRect l="-76" t="-1" r="3870" b="-1"/>
          <a:stretch/>
        </p:blipFill>
        <p:spPr>
          <a:xfrm>
            <a:off x="5082540" y="875700"/>
            <a:ext cx="3429000" cy="339210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91D9E-363B-4503-931D-7590103CC4C2}"/>
              </a:ext>
            </a:extLst>
          </p:cNvPr>
          <p:cNvSpPr>
            <a:spLocks noGrp="1"/>
          </p:cNvSpPr>
          <p:nvPr>
            <p:ph type="title"/>
          </p:nvPr>
        </p:nvSpPr>
        <p:spPr>
          <a:xfrm>
            <a:off x="523950" y="1607820"/>
            <a:ext cx="4374740" cy="714780"/>
          </a:xfrm>
        </p:spPr>
        <p:txBody>
          <a:bodyPr/>
          <a:lstStyle/>
          <a:p>
            <a:r>
              <a:rPr lang="en-US" dirty="0"/>
              <a:t>Portfolio Management</a:t>
            </a:r>
          </a:p>
        </p:txBody>
      </p:sp>
      <p:sp>
        <p:nvSpPr>
          <p:cNvPr id="3" name="Subtitle 2">
            <a:extLst>
              <a:ext uri="{FF2B5EF4-FFF2-40B4-BE49-F238E27FC236}">
                <a16:creationId xmlns:a16="http://schemas.microsoft.com/office/drawing/2014/main" id="{4CC17C5D-A7C7-4AFE-945B-DBA04861A1D9}"/>
              </a:ext>
            </a:extLst>
          </p:cNvPr>
          <p:cNvSpPr>
            <a:spLocks noGrp="1"/>
          </p:cNvSpPr>
          <p:nvPr>
            <p:ph type="subTitle" idx="1"/>
          </p:nvPr>
        </p:nvSpPr>
        <p:spPr>
          <a:xfrm>
            <a:off x="396240" y="2322600"/>
            <a:ext cx="4971270" cy="2298300"/>
          </a:xfrm>
        </p:spPr>
        <p:txBody>
          <a:bodyPr/>
          <a:lstStyle/>
          <a:p>
            <a:pPr marL="152400" indent="0">
              <a:buNone/>
            </a:pPr>
            <a:r>
              <a:rPr lang="en-US" sz="1600" dirty="0"/>
              <a:t>Manages and tracks user investments:</a:t>
            </a:r>
          </a:p>
          <a:p>
            <a:pPr>
              <a:buFont typeface="Arial" panose="020B0604020202020204" pitchFamily="34" charset="0"/>
              <a:buChar char="•"/>
            </a:pPr>
            <a:r>
              <a:rPr lang="en-US" sz="1600" dirty="0"/>
              <a:t>Total portfolio value </a:t>
            </a:r>
          </a:p>
          <a:p>
            <a:pPr>
              <a:buFont typeface="Arial" panose="020B0604020202020204" pitchFamily="34" charset="0"/>
              <a:buChar char="•"/>
            </a:pPr>
            <a:r>
              <a:rPr lang="en-US" sz="1600" dirty="0"/>
              <a:t>Profit and loss (P&amp;L) </a:t>
            </a:r>
          </a:p>
          <a:p>
            <a:pPr>
              <a:buFont typeface="Arial" panose="020B0604020202020204" pitchFamily="34" charset="0"/>
              <a:buChar char="•"/>
            </a:pPr>
            <a:r>
              <a:rPr lang="en-US" sz="1600" dirty="0"/>
              <a:t>Asset distribution </a:t>
            </a:r>
          </a:p>
          <a:p>
            <a:pPr>
              <a:buFont typeface="Arial" panose="020B0604020202020204" pitchFamily="34" charset="0"/>
              <a:buChar char="•"/>
            </a:pPr>
            <a:r>
              <a:rPr lang="en-US" sz="1600" dirty="0"/>
              <a:t>Risk analysis </a:t>
            </a:r>
          </a:p>
          <a:p>
            <a:pPr marL="152400" indent="0">
              <a:buNone/>
            </a:pPr>
            <a:r>
              <a:rPr lang="en-US" sz="1600" dirty="0"/>
              <a:t>It helps users manage their investments efficiently</a:t>
            </a:r>
          </a:p>
          <a:p>
            <a:pPr marL="152400" indent="0">
              <a:buNone/>
            </a:pPr>
            <a:endParaRPr lang="en-US" dirty="0"/>
          </a:p>
        </p:txBody>
      </p:sp>
      <p:pic>
        <p:nvPicPr>
          <p:cNvPr id="6" name="Picture Placeholder 5">
            <a:extLst>
              <a:ext uri="{FF2B5EF4-FFF2-40B4-BE49-F238E27FC236}">
                <a16:creationId xmlns:a16="http://schemas.microsoft.com/office/drawing/2014/main" id="{B5B3FC71-D35C-4D9E-AB3E-6A81EA3A4BD4}"/>
              </a:ext>
            </a:extLst>
          </p:cNvPr>
          <p:cNvPicPr>
            <a:picLocks noGrp="1" noChangeAspect="1"/>
          </p:cNvPicPr>
          <p:nvPr>
            <p:ph type="pic" idx="2"/>
          </p:nvPr>
        </p:nvPicPr>
        <p:blipFill rotWithShape="1">
          <a:blip r:embed="rId2"/>
          <a:srcRect l="401" t="-1245" r="7062" b="-357"/>
          <a:stretch/>
        </p:blipFill>
        <p:spPr>
          <a:xfrm>
            <a:off x="5105400" y="845820"/>
            <a:ext cx="3514650" cy="3421980"/>
          </a:xfrm>
        </p:spPr>
      </p:pic>
    </p:spTree>
    <p:extLst>
      <p:ext uri="{BB962C8B-B14F-4D97-AF65-F5344CB8AC3E}">
        <p14:creationId xmlns:p14="http://schemas.microsoft.com/office/powerpoint/2010/main" val="1853672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C1A5E-8A49-4663-80BB-B54398E312A4}"/>
              </a:ext>
            </a:extLst>
          </p:cNvPr>
          <p:cNvSpPr>
            <a:spLocks noGrp="1"/>
          </p:cNvSpPr>
          <p:nvPr>
            <p:ph type="title"/>
          </p:nvPr>
        </p:nvSpPr>
        <p:spPr>
          <a:xfrm>
            <a:off x="220980" y="815340"/>
            <a:ext cx="5341620" cy="943380"/>
          </a:xfrm>
        </p:spPr>
        <p:txBody>
          <a:bodyPr/>
          <a:lstStyle/>
          <a:p>
            <a:r>
              <a:rPr lang="en-US" sz="2800" dirty="0"/>
              <a:t>Auto Trading (Simulation Mode)</a:t>
            </a:r>
          </a:p>
        </p:txBody>
      </p:sp>
      <p:sp>
        <p:nvSpPr>
          <p:cNvPr id="3" name="Subtitle 2">
            <a:extLst>
              <a:ext uri="{FF2B5EF4-FFF2-40B4-BE49-F238E27FC236}">
                <a16:creationId xmlns:a16="http://schemas.microsoft.com/office/drawing/2014/main" id="{9AFD601A-4F48-45DF-AB60-2B15882A4D93}"/>
              </a:ext>
            </a:extLst>
          </p:cNvPr>
          <p:cNvSpPr>
            <a:spLocks noGrp="1"/>
          </p:cNvSpPr>
          <p:nvPr>
            <p:ph type="subTitle" idx="1"/>
          </p:nvPr>
        </p:nvSpPr>
        <p:spPr>
          <a:xfrm>
            <a:off x="523950" y="1966350"/>
            <a:ext cx="4706399" cy="2298300"/>
          </a:xfrm>
        </p:spPr>
        <p:txBody>
          <a:bodyPr/>
          <a:lstStyle/>
          <a:p>
            <a:pPr marL="152400" indent="0">
              <a:buNone/>
            </a:pPr>
            <a:r>
              <a:rPr lang="en-US" sz="1600" dirty="0"/>
              <a:t>A virtual trading environment where:</a:t>
            </a:r>
          </a:p>
          <a:p>
            <a:pPr>
              <a:buFont typeface="Arial" panose="020B0604020202020204" pitchFamily="34" charset="0"/>
              <a:buChar char="•"/>
            </a:pPr>
            <a:r>
              <a:rPr lang="en-US" sz="1600" dirty="0"/>
              <a:t>Trades are executed automatically </a:t>
            </a:r>
          </a:p>
          <a:p>
            <a:pPr>
              <a:buFont typeface="Arial" panose="020B0604020202020204" pitchFamily="34" charset="0"/>
              <a:buChar char="•"/>
            </a:pPr>
            <a:r>
              <a:rPr lang="en-US" sz="1600" dirty="0"/>
              <a:t>No real money is used </a:t>
            </a:r>
          </a:p>
          <a:p>
            <a:pPr>
              <a:buFont typeface="Arial" panose="020B0604020202020204" pitchFamily="34" charset="0"/>
              <a:buChar char="•"/>
            </a:pPr>
            <a:r>
              <a:rPr lang="en-US" sz="1600" dirty="0"/>
              <a:t>Performance is tested safely </a:t>
            </a:r>
          </a:p>
          <a:p>
            <a:pPr marL="152400" indent="0">
              <a:buNone/>
            </a:pPr>
            <a:r>
              <a:rPr lang="en-US" sz="1600" dirty="0"/>
              <a:t>This is used for learning and strategy validation.</a:t>
            </a:r>
          </a:p>
          <a:p>
            <a:pPr marL="152400" indent="0">
              <a:buNone/>
            </a:pPr>
            <a:endParaRPr lang="en-US" dirty="0"/>
          </a:p>
        </p:txBody>
      </p:sp>
      <p:pic>
        <p:nvPicPr>
          <p:cNvPr id="6" name="Picture Placeholder 5">
            <a:extLst>
              <a:ext uri="{FF2B5EF4-FFF2-40B4-BE49-F238E27FC236}">
                <a16:creationId xmlns:a16="http://schemas.microsoft.com/office/drawing/2014/main" id="{973EED7E-7CAA-462E-9366-8AA18F19E7C9}"/>
              </a:ext>
            </a:extLst>
          </p:cNvPr>
          <p:cNvPicPr>
            <a:picLocks noGrp="1" noChangeAspect="1"/>
          </p:cNvPicPr>
          <p:nvPr>
            <p:ph type="pic" idx="2"/>
          </p:nvPr>
        </p:nvPicPr>
        <p:blipFill rotWithShape="1">
          <a:blip r:embed="rId2"/>
          <a:srcRect r="15656" b="2468"/>
          <a:stretch/>
        </p:blipFill>
        <p:spPr>
          <a:xfrm>
            <a:off x="5230348" y="878850"/>
            <a:ext cx="3389701" cy="3388950"/>
          </a:xfrm>
        </p:spPr>
      </p:pic>
    </p:spTree>
    <p:extLst>
      <p:ext uri="{BB962C8B-B14F-4D97-AF65-F5344CB8AC3E}">
        <p14:creationId xmlns:p14="http://schemas.microsoft.com/office/powerpoint/2010/main" val="956661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667FC-5C14-43AF-9404-3B87D2816773}"/>
              </a:ext>
            </a:extLst>
          </p:cNvPr>
          <p:cNvSpPr>
            <a:spLocks noGrp="1"/>
          </p:cNvSpPr>
          <p:nvPr>
            <p:ph type="title"/>
          </p:nvPr>
        </p:nvSpPr>
        <p:spPr>
          <a:xfrm>
            <a:off x="781495" y="1539240"/>
            <a:ext cx="3642359" cy="672210"/>
          </a:xfrm>
        </p:spPr>
        <p:txBody>
          <a:bodyPr/>
          <a:lstStyle/>
          <a:p>
            <a:r>
              <a:rPr lang="en-US" dirty="0"/>
              <a:t>AI Chat Assistant</a:t>
            </a:r>
          </a:p>
        </p:txBody>
      </p:sp>
      <p:sp>
        <p:nvSpPr>
          <p:cNvPr id="3" name="Subtitle 2">
            <a:extLst>
              <a:ext uri="{FF2B5EF4-FFF2-40B4-BE49-F238E27FC236}">
                <a16:creationId xmlns:a16="http://schemas.microsoft.com/office/drawing/2014/main" id="{4D21E680-37CE-4A34-832C-ED89A4BFC1F2}"/>
              </a:ext>
            </a:extLst>
          </p:cNvPr>
          <p:cNvSpPr>
            <a:spLocks noGrp="1"/>
          </p:cNvSpPr>
          <p:nvPr>
            <p:ph type="subTitle" idx="1"/>
          </p:nvPr>
        </p:nvSpPr>
        <p:spPr>
          <a:xfrm>
            <a:off x="541150" y="2264790"/>
            <a:ext cx="4575365" cy="1758570"/>
          </a:xfrm>
        </p:spPr>
        <p:txBody>
          <a:bodyPr/>
          <a:lstStyle/>
          <a:p>
            <a:pPr marL="152400" indent="0">
              <a:buNone/>
            </a:pPr>
            <a:r>
              <a:rPr lang="en-US" sz="1600" dirty="0"/>
              <a:t>An intelligent assistant that:</a:t>
            </a:r>
          </a:p>
          <a:p>
            <a:pPr>
              <a:buFont typeface="Arial" panose="020B0604020202020204" pitchFamily="34" charset="0"/>
              <a:buChar char="•"/>
            </a:pPr>
            <a:r>
              <a:rPr lang="en-US" sz="1600" dirty="0"/>
              <a:t>Answers trading-related questions </a:t>
            </a:r>
          </a:p>
          <a:p>
            <a:pPr>
              <a:buFont typeface="Arial" panose="020B0604020202020204" pitchFamily="34" charset="0"/>
              <a:buChar char="•"/>
            </a:pPr>
            <a:r>
              <a:rPr lang="en-US" sz="1600" dirty="0"/>
              <a:t>Explains market trends </a:t>
            </a:r>
          </a:p>
          <a:p>
            <a:pPr>
              <a:buFont typeface="Arial" panose="020B0604020202020204" pitchFamily="34" charset="0"/>
              <a:buChar char="•"/>
            </a:pPr>
            <a:r>
              <a:rPr lang="en-US" sz="1600" dirty="0"/>
              <a:t>Provides portfolio insights </a:t>
            </a:r>
          </a:p>
          <a:p>
            <a:pPr>
              <a:buFont typeface="Arial" panose="020B0604020202020204" pitchFamily="34" charset="0"/>
              <a:buChar char="•"/>
            </a:pPr>
            <a:r>
              <a:rPr lang="en-US" sz="1600" dirty="0"/>
              <a:t>Helps users understand signals </a:t>
            </a:r>
          </a:p>
          <a:p>
            <a:pPr marL="152400" indent="0">
              <a:buNone/>
            </a:pPr>
            <a:r>
              <a:rPr lang="en-US" sz="1600" dirty="0"/>
              <a:t>It improves user interaction with the system</a:t>
            </a:r>
          </a:p>
        </p:txBody>
      </p:sp>
      <p:pic>
        <p:nvPicPr>
          <p:cNvPr id="14" name="Picture Placeholder 13">
            <a:extLst>
              <a:ext uri="{FF2B5EF4-FFF2-40B4-BE49-F238E27FC236}">
                <a16:creationId xmlns:a16="http://schemas.microsoft.com/office/drawing/2014/main" id="{806F536C-1133-422D-A2C0-502234263C6D}"/>
              </a:ext>
            </a:extLst>
          </p:cNvPr>
          <p:cNvPicPr>
            <a:picLocks noGrp="1" noChangeAspect="1"/>
          </p:cNvPicPr>
          <p:nvPr>
            <p:ph type="pic" idx="2"/>
          </p:nvPr>
        </p:nvPicPr>
        <p:blipFill rotWithShape="1">
          <a:blip r:embed="rId2"/>
          <a:srcRect l="7701" t="7373" r="1787" b="2232"/>
          <a:stretch/>
        </p:blipFill>
        <p:spPr>
          <a:xfrm>
            <a:off x="5509260" y="875700"/>
            <a:ext cx="3093590" cy="3392100"/>
          </a:xfrm>
        </p:spPr>
      </p:pic>
    </p:spTree>
    <p:extLst>
      <p:ext uri="{BB962C8B-B14F-4D97-AF65-F5344CB8AC3E}">
        <p14:creationId xmlns:p14="http://schemas.microsoft.com/office/powerpoint/2010/main" val="39716520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11E45-3C9D-4B9D-98E6-3836092BE7CE}"/>
              </a:ext>
            </a:extLst>
          </p:cNvPr>
          <p:cNvSpPr>
            <a:spLocks noGrp="1"/>
          </p:cNvSpPr>
          <p:nvPr>
            <p:ph type="title"/>
          </p:nvPr>
        </p:nvSpPr>
        <p:spPr>
          <a:xfrm>
            <a:off x="1116775" y="814740"/>
            <a:ext cx="2914205" cy="787110"/>
          </a:xfrm>
        </p:spPr>
        <p:txBody>
          <a:bodyPr/>
          <a:lstStyle/>
          <a:p>
            <a:r>
              <a:rPr lang="en-US" dirty="0" err="1"/>
              <a:t>Backtesting</a:t>
            </a:r>
            <a:endParaRPr lang="en-US" dirty="0"/>
          </a:p>
        </p:txBody>
      </p:sp>
      <p:pic>
        <p:nvPicPr>
          <p:cNvPr id="7" name="Picture Placeholder 6">
            <a:extLst>
              <a:ext uri="{FF2B5EF4-FFF2-40B4-BE49-F238E27FC236}">
                <a16:creationId xmlns:a16="http://schemas.microsoft.com/office/drawing/2014/main" id="{DB974EF1-A3D2-4AD3-B47B-47955E9C1D1D}"/>
              </a:ext>
            </a:extLst>
          </p:cNvPr>
          <p:cNvPicPr>
            <a:picLocks noGrp="1" noChangeAspect="1"/>
          </p:cNvPicPr>
          <p:nvPr>
            <p:ph type="pic" idx="2"/>
          </p:nvPr>
        </p:nvPicPr>
        <p:blipFill rotWithShape="1">
          <a:blip r:embed="rId2"/>
          <a:srcRect l="2336" r="30178" b="3662"/>
          <a:stretch/>
        </p:blipFill>
        <p:spPr>
          <a:xfrm>
            <a:off x="5230350" y="875700"/>
            <a:ext cx="3389700" cy="3392100"/>
          </a:xfrm>
        </p:spPr>
      </p:pic>
      <p:sp>
        <p:nvSpPr>
          <p:cNvPr id="5" name="Rectangle 1">
            <a:extLst>
              <a:ext uri="{FF2B5EF4-FFF2-40B4-BE49-F238E27FC236}">
                <a16:creationId xmlns:a16="http://schemas.microsoft.com/office/drawing/2014/main" id="{8E7F23D4-9C5C-42BA-A45F-AFC431812F9E}"/>
              </a:ext>
            </a:extLst>
          </p:cNvPr>
          <p:cNvSpPr>
            <a:spLocks noGrp="1" noChangeArrowheads="1"/>
          </p:cNvSpPr>
          <p:nvPr>
            <p:ph type="subTitle" idx="1"/>
          </p:nvPr>
        </p:nvSpPr>
        <p:spPr bwMode="auto">
          <a:xfrm>
            <a:off x="377635" y="1436256"/>
            <a:ext cx="4575366"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Tests trading strategies using historical stock market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Evaluates how the strategy would have performed in the past.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Measures key metrics such as profit, loss, and win rate.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Helps identify weaknesses and improve trading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Reduces risk by validating strategies before live trading. </a:t>
            </a:r>
          </a:p>
        </p:txBody>
      </p:sp>
    </p:spTree>
    <p:extLst>
      <p:ext uri="{BB962C8B-B14F-4D97-AF65-F5344CB8AC3E}">
        <p14:creationId xmlns:p14="http://schemas.microsoft.com/office/powerpoint/2010/main" val="1261199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83DE3-8609-4ACB-883B-DF5E8F3AEF51}"/>
              </a:ext>
            </a:extLst>
          </p:cNvPr>
          <p:cNvSpPr>
            <a:spLocks noGrp="1"/>
          </p:cNvSpPr>
          <p:nvPr>
            <p:ph type="title"/>
          </p:nvPr>
        </p:nvSpPr>
        <p:spPr>
          <a:xfrm>
            <a:off x="371210" y="1040778"/>
            <a:ext cx="5085905" cy="938910"/>
          </a:xfrm>
        </p:spPr>
        <p:txBody>
          <a:bodyPr/>
          <a:lstStyle/>
          <a:p>
            <a:r>
              <a:rPr lang="en-US" sz="3200" dirty="0"/>
              <a:t>(AAPL, TSLA, NVDA, etc.)</a:t>
            </a:r>
          </a:p>
        </p:txBody>
      </p:sp>
      <p:sp>
        <p:nvSpPr>
          <p:cNvPr id="3" name="Subtitle 2">
            <a:extLst>
              <a:ext uri="{FF2B5EF4-FFF2-40B4-BE49-F238E27FC236}">
                <a16:creationId xmlns:a16="http://schemas.microsoft.com/office/drawing/2014/main" id="{C2D64079-6AA4-4BEA-B265-E35F7A4509C7}"/>
              </a:ext>
            </a:extLst>
          </p:cNvPr>
          <p:cNvSpPr>
            <a:spLocks noGrp="1"/>
          </p:cNvSpPr>
          <p:nvPr>
            <p:ph type="subTitle" idx="1"/>
          </p:nvPr>
        </p:nvSpPr>
        <p:spPr>
          <a:xfrm>
            <a:off x="720964" y="2050170"/>
            <a:ext cx="4097700" cy="2298300"/>
          </a:xfrm>
        </p:spPr>
        <p:txBody>
          <a:bodyPr/>
          <a:lstStyle/>
          <a:p>
            <a:pPr marL="152400" indent="0">
              <a:buNone/>
            </a:pPr>
            <a:r>
              <a:rPr lang="en-US" sz="1600" dirty="0"/>
              <a:t>The system collects real-time and historical stock market data such as:</a:t>
            </a:r>
          </a:p>
          <a:p>
            <a:pPr>
              <a:buFont typeface="Arial" panose="020B0604020202020204" pitchFamily="34" charset="0"/>
              <a:buChar char="•"/>
            </a:pPr>
            <a:r>
              <a:rPr lang="en-US" sz="1600" dirty="0"/>
              <a:t>Stock prices (Open, High, Low, Close) </a:t>
            </a:r>
          </a:p>
          <a:p>
            <a:pPr>
              <a:buFont typeface="Arial" panose="020B0604020202020204" pitchFamily="34" charset="0"/>
              <a:buChar char="•"/>
            </a:pPr>
            <a:r>
              <a:rPr lang="en-US" sz="1600" dirty="0"/>
              <a:t>Trading volume </a:t>
            </a:r>
          </a:p>
          <a:p>
            <a:pPr>
              <a:buFont typeface="Arial" panose="020B0604020202020204" pitchFamily="34" charset="0"/>
              <a:buChar char="•"/>
            </a:pPr>
            <a:r>
              <a:rPr lang="en-US" sz="1600" dirty="0"/>
              <a:t>Market trends </a:t>
            </a:r>
          </a:p>
          <a:p>
            <a:pPr>
              <a:buFont typeface="Arial" panose="020B0604020202020204" pitchFamily="34" charset="0"/>
              <a:buChar char="•"/>
            </a:pPr>
            <a:r>
              <a:rPr lang="en-US" sz="1600" dirty="0"/>
              <a:t>Financial news </a:t>
            </a:r>
          </a:p>
          <a:p>
            <a:pPr>
              <a:buFont typeface="Arial" panose="020B0604020202020204" pitchFamily="34" charset="0"/>
              <a:buChar char="•"/>
            </a:pPr>
            <a:r>
              <a:rPr lang="en-US" sz="1600" dirty="0"/>
              <a:t>Company performance data </a:t>
            </a:r>
          </a:p>
          <a:p>
            <a:pPr marL="152400" indent="0">
              <a:buNone/>
            </a:pPr>
            <a:r>
              <a:rPr lang="en-US" sz="1600" dirty="0"/>
              <a:t>This data is the foundation for all predictions and decisions.</a:t>
            </a:r>
          </a:p>
          <a:p>
            <a:pPr marL="152400" indent="0">
              <a:buNone/>
            </a:pPr>
            <a:endParaRPr lang="en-US" dirty="0"/>
          </a:p>
        </p:txBody>
      </p:sp>
      <p:pic>
        <p:nvPicPr>
          <p:cNvPr id="7" name="Picture Placeholder 6">
            <a:extLst>
              <a:ext uri="{FF2B5EF4-FFF2-40B4-BE49-F238E27FC236}">
                <a16:creationId xmlns:a16="http://schemas.microsoft.com/office/drawing/2014/main" id="{8624CE16-E921-4005-BA7E-71655FB6F184}"/>
              </a:ext>
            </a:extLst>
          </p:cNvPr>
          <p:cNvPicPr>
            <a:picLocks noGrp="1" noChangeAspect="1"/>
          </p:cNvPicPr>
          <p:nvPr>
            <p:ph type="pic" idx="2"/>
          </p:nvPr>
        </p:nvPicPr>
        <p:blipFill rotWithShape="1">
          <a:blip r:embed="rId2"/>
          <a:srcRect l="1486" r="6316" b="4618"/>
          <a:stretch/>
        </p:blipFill>
        <p:spPr>
          <a:xfrm>
            <a:off x="5311141" y="795030"/>
            <a:ext cx="3308910" cy="3553440"/>
          </a:xfrm>
        </p:spPr>
      </p:pic>
      <p:sp>
        <p:nvSpPr>
          <p:cNvPr id="5" name="TextBox 4">
            <a:extLst>
              <a:ext uri="{FF2B5EF4-FFF2-40B4-BE49-F238E27FC236}">
                <a16:creationId xmlns:a16="http://schemas.microsoft.com/office/drawing/2014/main" id="{1D515946-3271-4394-A1B4-86376B7997A0}"/>
              </a:ext>
            </a:extLst>
          </p:cNvPr>
          <p:cNvSpPr txBox="1"/>
          <p:nvPr/>
        </p:nvSpPr>
        <p:spPr>
          <a:xfrm>
            <a:off x="1344444" y="795030"/>
            <a:ext cx="2727959" cy="584775"/>
          </a:xfrm>
          <a:prstGeom prst="rect">
            <a:avLst/>
          </a:prstGeom>
          <a:noFill/>
        </p:spPr>
        <p:txBody>
          <a:bodyPr wrap="square" rtlCol="0">
            <a:spAutoFit/>
          </a:bodyPr>
          <a:lstStyle/>
          <a:p>
            <a:r>
              <a:rPr lang="en-US" sz="3200" b="1" dirty="0">
                <a:solidFill>
                  <a:schemeClr val="tx1"/>
                </a:solidFill>
              </a:rPr>
              <a:t>Stock</a:t>
            </a:r>
            <a:r>
              <a:rPr lang="en-US" b="1" dirty="0">
                <a:solidFill>
                  <a:schemeClr val="tx1"/>
                </a:solidFill>
              </a:rPr>
              <a:t> </a:t>
            </a:r>
            <a:r>
              <a:rPr lang="en-US" sz="3200" b="1" dirty="0">
                <a:solidFill>
                  <a:schemeClr val="tx1"/>
                </a:solidFill>
              </a:rPr>
              <a:t>Data</a:t>
            </a:r>
          </a:p>
        </p:txBody>
      </p:sp>
    </p:spTree>
    <p:extLst>
      <p:ext uri="{BB962C8B-B14F-4D97-AF65-F5344CB8AC3E}">
        <p14:creationId xmlns:p14="http://schemas.microsoft.com/office/powerpoint/2010/main" val="852370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59C07-D073-4321-912C-C8FF78242C8F}"/>
              </a:ext>
            </a:extLst>
          </p:cNvPr>
          <p:cNvSpPr>
            <a:spLocks noGrp="1"/>
          </p:cNvSpPr>
          <p:nvPr>
            <p:ph type="title"/>
          </p:nvPr>
        </p:nvSpPr>
        <p:spPr>
          <a:xfrm>
            <a:off x="232928" y="584430"/>
            <a:ext cx="5298828" cy="766694"/>
          </a:xfrm>
        </p:spPr>
        <p:txBody>
          <a:bodyPr/>
          <a:lstStyle/>
          <a:p>
            <a:r>
              <a:rPr lang="en-US" dirty="0"/>
              <a:t>Reinforcement Learning (RL)</a:t>
            </a:r>
          </a:p>
        </p:txBody>
      </p:sp>
      <p:sp>
        <p:nvSpPr>
          <p:cNvPr id="5" name="Rectangle 1">
            <a:extLst>
              <a:ext uri="{FF2B5EF4-FFF2-40B4-BE49-F238E27FC236}">
                <a16:creationId xmlns:a16="http://schemas.microsoft.com/office/drawing/2014/main" id="{35EA14FE-E71F-4D38-BC80-E404C273F323}"/>
              </a:ext>
            </a:extLst>
          </p:cNvPr>
          <p:cNvSpPr>
            <a:spLocks noGrp="1" noChangeArrowheads="1"/>
          </p:cNvSpPr>
          <p:nvPr>
            <p:ph type="subTitle" idx="1"/>
          </p:nvPr>
        </p:nvSpPr>
        <p:spPr bwMode="auto">
          <a:xfrm>
            <a:off x="304436" y="1351124"/>
            <a:ext cx="5227320" cy="261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Uses Artificial Intelligence to learn trading strategies automatically.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The RL agent performs Buy, Sell, and Hold actions.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Receives rewards for profitable trades and penalties for losses.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Continuously improves its performance through trial and error.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Adapts to changing market conditions to maximize returns</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13" name="Picture 12">
            <a:extLst>
              <a:ext uri="{FF2B5EF4-FFF2-40B4-BE49-F238E27FC236}">
                <a16:creationId xmlns:a16="http://schemas.microsoft.com/office/drawing/2014/main" id="{887EFB22-B280-4861-A14D-943E8C5A251D}"/>
              </a:ext>
            </a:extLst>
          </p:cNvPr>
          <p:cNvPicPr>
            <a:picLocks noChangeAspect="1"/>
          </p:cNvPicPr>
          <p:nvPr/>
        </p:nvPicPr>
        <p:blipFill>
          <a:blip r:embed="rId2"/>
          <a:stretch>
            <a:fillRect/>
          </a:stretch>
        </p:blipFill>
        <p:spPr>
          <a:xfrm>
            <a:off x="5521372" y="2317136"/>
            <a:ext cx="3277547" cy="1587270"/>
          </a:xfrm>
          <a:prstGeom prst="rect">
            <a:avLst/>
          </a:prstGeom>
        </p:spPr>
      </p:pic>
      <p:pic>
        <p:nvPicPr>
          <p:cNvPr id="17" name="Picture Placeholder 16">
            <a:extLst>
              <a:ext uri="{FF2B5EF4-FFF2-40B4-BE49-F238E27FC236}">
                <a16:creationId xmlns:a16="http://schemas.microsoft.com/office/drawing/2014/main" id="{8F9AD1A1-3696-41CA-9336-9F0997A2D01C}"/>
              </a:ext>
            </a:extLst>
          </p:cNvPr>
          <p:cNvPicPr>
            <a:picLocks noGrp="1" noChangeAspect="1"/>
          </p:cNvPicPr>
          <p:nvPr>
            <p:ph type="pic" idx="2"/>
          </p:nvPr>
        </p:nvPicPr>
        <p:blipFill rotWithShape="1">
          <a:blip r:embed="rId3"/>
          <a:srcRect l="4069" t="1515" r="2617" b="-64546"/>
          <a:stretch/>
        </p:blipFill>
        <p:spPr>
          <a:xfrm>
            <a:off x="5532190" y="411480"/>
            <a:ext cx="3307374" cy="3284220"/>
          </a:xfrm>
        </p:spPr>
      </p:pic>
    </p:spTree>
    <p:extLst>
      <p:ext uri="{BB962C8B-B14F-4D97-AF65-F5344CB8AC3E}">
        <p14:creationId xmlns:p14="http://schemas.microsoft.com/office/powerpoint/2010/main" val="35984634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B5EBCB-BD56-4F0E-80A8-64B3F128F498}"/>
              </a:ext>
            </a:extLst>
          </p:cNvPr>
          <p:cNvSpPr>
            <a:spLocks noGrp="1"/>
          </p:cNvSpPr>
          <p:nvPr>
            <p:ph type="title" idx="2"/>
          </p:nvPr>
        </p:nvSpPr>
        <p:spPr>
          <a:xfrm>
            <a:off x="4655820" y="1771705"/>
            <a:ext cx="4117905" cy="914740"/>
          </a:xfrm>
        </p:spPr>
        <p:txBody>
          <a:bodyPr/>
          <a:lstStyle/>
          <a:p>
            <a:r>
              <a:rPr lang="en-US" sz="3200" dirty="0">
                <a:solidFill>
                  <a:schemeClr val="tx1"/>
                </a:solidFill>
              </a:rPr>
              <a:t>Notifications System</a:t>
            </a:r>
          </a:p>
        </p:txBody>
      </p:sp>
      <p:pic>
        <p:nvPicPr>
          <p:cNvPr id="14" name="Picture Placeholder 13">
            <a:extLst>
              <a:ext uri="{FF2B5EF4-FFF2-40B4-BE49-F238E27FC236}">
                <a16:creationId xmlns:a16="http://schemas.microsoft.com/office/drawing/2014/main" id="{E0342D4B-8203-453C-8970-F29976A36729}"/>
              </a:ext>
            </a:extLst>
          </p:cNvPr>
          <p:cNvPicPr>
            <a:picLocks noGrp="1" noChangeAspect="1"/>
          </p:cNvPicPr>
          <p:nvPr>
            <p:ph type="pic" idx="3"/>
          </p:nvPr>
        </p:nvPicPr>
        <p:blipFill rotWithShape="1">
          <a:blip r:embed="rId2"/>
          <a:srcRect l="26425" t="-409" r="-748" b="10890"/>
          <a:stretch/>
        </p:blipFill>
        <p:spPr>
          <a:xfrm>
            <a:off x="929640" y="906780"/>
            <a:ext cx="3348355" cy="3893820"/>
          </a:xfrm>
        </p:spPr>
      </p:pic>
      <p:sp>
        <p:nvSpPr>
          <p:cNvPr id="12" name="TextBox 11">
            <a:extLst>
              <a:ext uri="{FF2B5EF4-FFF2-40B4-BE49-F238E27FC236}">
                <a16:creationId xmlns:a16="http://schemas.microsoft.com/office/drawing/2014/main" id="{1B4055CB-E91D-4C28-95B1-5654C42618D4}"/>
              </a:ext>
            </a:extLst>
          </p:cNvPr>
          <p:cNvSpPr txBox="1"/>
          <p:nvPr/>
        </p:nvSpPr>
        <p:spPr>
          <a:xfrm>
            <a:off x="4770121" y="2686445"/>
            <a:ext cx="4201724" cy="1569660"/>
          </a:xfrm>
          <a:prstGeom prst="rect">
            <a:avLst/>
          </a:prstGeom>
          <a:noFill/>
        </p:spPr>
        <p:txBody>
          <a:bodyPr wrap="square">
            <a:spAutoFit/>
          </a:bodyPr>
          <a:lstStyle/>
          <a:p>
            <a:r>
              <a:rPr lang="en-US" sz="1600" dirty="0">
                <a:solidFill>
                  <a:schemeClr val="tx1"/>
                </a:solidFill>
              </a:rPr>
              <a:t>Sends real-time alerts to users:</a:t>
            </a:r>
          </a:p>
          <a:p>
            <a:r>
              <a:rPr lang="en-US" dirty="0">
                <a:solidFill>
                  <a:schemeClr val="tx1"/>
                </a:solidFill>
              </a:rPr>
              <a:t>1. </a:t>
            </a:r>
            <a:r>
              <a:rPr lang="en-US" sz="1600" dirty="0">
                <a:solidFill>
                  <a:schemeClr val="tx1"/>
                </a:solidFill>
              </a:rPr>
              <a:t>BUY / SELL signals</a:t>
            </a:r>
          </a:p>
          <a:p>
            <a:r>
              <a:rPr lang="en-US" dirty="0">
                <a:solidFill>
                  <a:schemeClr val="tx1"/>
                </a:solidFill>
              </a:rPr>
              <a:t>2. </a:t>
            </a:r>
            <a:r>
              <a:rPr lang="en-US" sz="1600" dirty="0">
                <a:solidFill>
                  <a:schemeClr val="tx1"/>
                </a:solidFill>
              </a:rPr>
              <a:t>Price changes</a:t>
            </a:r>
          </a:p>
          <a:p>
            <a:r>
              <a:rPr lang="en-US" dirty="0">
                <a:solidFill>
                  <a:schemeClr val="tx1"/>
                </a:solidFill>
              </a:rPr>
              <a:t>3. </a:t>
            </a:r>
            <a:r>
              <a:rPr lang="en-US" sz="1600" dirty="0">
                <a:solidFill>
                  <a:schemeClr val="tx1"/>
                </a:solidFill>
              </a:rPr>
              <a:t>Portfolio updates</a:t>
            </a:r>
          </a:p>
          <a:p>
            <a:r>
              <a:rPr lang="en-US" dirty="0">
                <a:solidFill>
                  <a:schemeClr val="tx1"/>
                </a:solidFill>
              </a:rPr>
              <a:t>4. </a:t>
            </a:r>
            <a:r>
              <a:rPr lang="en-US" sz="1600" dirty="0">
                <a:solidFill>
                  <a:schemeClr val="tx1"/>
                </a:solidFill>
              </a:rPr>
              <a:t>Risk alerts</a:t>
            </a:r>
          </a:p>
          <a:p>
            <a:r>
              <a:rPr lang="en-US" sz="1600" dirty="0">
                <a:solidFill>
                  <a:schemeClr val="tx1"/>
                </a:solidFill>
              </a:rPr>
              <a:t>Notifications keep users updated instantly</a:t>
            </a:r>
          </a:p>
        </p:txBody>
      </p:sp>
    </p:spTree>
    <p:extLst>
      <p:ext uri="{BB962C8B-B14F-4D97-AF65-F5344CB8AC3E}">
        <p14:creationId xmlns:p14="http://schemas.microsoft.com/office/powerpoint/2010/main" val="3598115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37D52-E157-4107-A00B-518009D7EF6B}"/>
              </a:ext>
            </a:extLst>
          </p:cNvPr>
          <p:cNvSpPr>
            <a:spLocks noGrp="1"/>
          </p:cNvSpPr>
          <p:nvPr>
            <p:ph type="title"/>
          </p:nvPr>
        </p:nvSpPr>
        <p:spPr>
          <a:xfrm>
            <a:off x="523950" y="1233390"/>
            <a:ext cx="4274821" cy="984030"/>
          </a:xfrm>
        </p:spPr>
        <p:txBody>
          <a:bodyPr/>
          <a:lstStyle/>
          <a:p>
            <a:r>
              <a:rPr lang="en-US" dirty="0"/>
              <a:t>Technical Indicators </a:t>
            </a:r>
            <a:r>
              <a:rPr lang="en-US" sz="2400" dirty="0"/>
              <a:t>(RSI, MACD, Bollinger Bands)</a:t>
            </a:r>
          </a:p>
        </p:txBody>
      </p:sp>
      <p:sp>
        <p:nvSpPr>
          <p:cNvPr id="3" name="Subtitle 2">
            <a:extLst>
              <a:ext uri="{FF2B5EF4-FFF2-40B4-BE49-F238E27FC236}">
                <a16:creationId xmlns:a16="http://schemas.microsoft.com/office/drawing/2014/main" id="{BE126854-1B8F-4AC7-93E4-F0ED7818BA3B}"/>
              </a:ext>
            </a:extLst>
          </p:cNvPr>
          <p:cNvSpPr>
            <a:spLocks noGrp="1"/>
          </p:cNvSpPr>
          <p:nvPr>
            <p:ph type="subTitle" idx="1"/>
          </p:nvPr>
        </p:nvSpPr>
        <p:spPr>
          <a:xfrm>
            <a:off x="381000" y="2217420"/>
            <a:ext cx="4945380" cy="2378310"/>
          </a:xfrm>
        </p:spPr>
        <p:txBody>
          <a:bodyPr/>
          <a:lstStyle/>
          <a:p>
            <a:pPr marL="152400" indent="0">
              <a:buNone/>
            </a:pPr>
            <a:r>
              <a:rPr lang="en-US" sz="1600" dirty="0"/>
              <a:t>These are mathematical tools used for market analysis:</a:t>
            </a:r>
          </a:p>
          <a:p>
            <a:pPr>
              <a:buFont typeface="Arial" panose="020B0604020202020204" pitchFamily="34" charset="0"/>
              <a:buChar char="•"/>
            </a:pPr>
            <a:r>
              <a:rPr lang="en-US" sz="1600" b="1" dirty="0"/>
              <a:t>RSI (Relative Strength Index)</a:t>
            </a:r>
            <a:r>
              <a:rPr lang="en-US" sz="1600" dirty="0"/>
              <a:t> → Measures overbought/oversold conditions </a:t>
            </a:r>
          </a:p>
          <a:p>
            <a:pPr>
              <a:buFont typeface="Arial" panose="020B0604020202020204" pitchFamily="34" charset="0"/>
              <a:buChar char="•"/>
            </a:pPr>
            <a:r>
              <a:rPr lang="en-US" sz="1600" b="1" dirty="0"/>
              <a:t>MACD (Moving Average Convergence Divergence)</a:t>
            </a:r>
            <a:r>
              <a:rPr lang="en-US" sz="1600" dirty="0"/>
              <a:t> → Shows trend direction </a:t>
            </a:r>
          </a:p>
          <a:p>
            <a:pPr>
              <a:buFont typeface="Arial" panose="020B0604020202020204" pitchFamily="34" charset="0"/>
              <a:buChar char="•"/>
            </a:pPr>
            <a:r>
              <a:rPr lang="en-US" sz="1600" b="1" dirty="0"/>
              <a:t>Bollinger Bands</a:t>
            </a:r>
            <a:r>
              <a:rPr lang="en-US" sz="1600" dirty="0"/>
              <a:t> → Measures market volatility </a:t>
            </a:r>
          </a:p>
          <a:p>
            <a:pPr marL="152400" indent="0">
              <a:buNone/>
            </a:pPr>
            <a:r>
              <a:rPr lang="en-US" sz="1600" dirty="0"/>
              <a:t>They help generate accurate trading signals.</a:t>
            </a:r>
          </a:p>
          <a:p>
            <a:pPr marL="152400" indent="0">
              <a:buNone/>
            </a:pPr>
            <a:endParaRPr lang="en-US" dirty="0"/>
          </a:p>
        </p:txBody>
      </p:sp>
      <p:pic>
        <p:nvPicPr>
          <p:cNvPr id="8" name="Picture Placeholder 7">
            <a:extLst>
              <a:ext uri="{FF2B5EF4-FFF2-40B4-BE49-F238E27FC236}">
                <a16:creationId xmlns:a16="http://schemas.microsoft.com/office/drawing/2014/main" id="{78612D29-C4AD-444F-9667-080FE212747D}"/>
              </a:ext>
            </a:extLst>
          </p:cNvPr>
          <p:cNvPicPr>
            <a:picLocks noGrp="1" noChangeAspect="1"/>
          </p:cNvPicPr>
          <p:nvPr>
            <p:ph type="pic" idx="2"/>
          </p:nvPr>
        </p:nvPicPr>
        <p:blipFill rotWithShape="1">
          <a:blip r:embed="rId2"/>
          <a:srcRect l="15872" t="18409" b="1723"/>
          <a:stretch/>
        </p:blipFill>
        <p:spPr>
          <a:xfrm>
            <a:off x="5768340" y="875700"/>
            <a:ext cx="2851710" cy="3392100"/>
          </a:xfrm>
        </p:spPr>
      </p:pic>
    </p:spTree>
    <p:extLst>
      <p:ext uri="{BB962C8B-B14F-4D97-AF65-F5344CB8AC3E}">
        <p14:creationId xmlns:p14="http://schemas.microsoft.com/office/powerpoint/2010/main" val="2065035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34"/>
        </a:solidFill>
        <a:effectLst/>
      </p:bgPr>
    </p:bg>
    <p:spTree>
      <p:nvGrpSpPr>
        <p:cNvPr id="1" name="Shape 403"/>
        <p:cNvGrpSpPr/>
        <p:nvPr/>
      </p:nvGrpSpPr>
      <p:grpSpPr>
        <a:xfrm>
          <a:off x="0" y="0"/>
          <a:ext cx="0" cy="0"/>
          <a:chOff x="0" y="0"/>
          <a:chExt cx="0" cy="0"/>
        </a:xfrm>
      </p:grpSpPr>
      <p:sp>
        <p:nvSpPr>
          <p:cNvPr id="404" name="Google Shape;404;p41"/>
          <p:cNvSpPr txBox="1">
            <a:spLocks noGrp="1"/>
          </p:cNvSpPr>
          <p:nvPr>
            <p:ph type="title"/>
          </p:nvPr>
        </p:nvSpPr>
        <p:spPr>
          <a:xfrm>
            <a:off x="1139100" y="124278"/>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                           Project data</a:t>
            </a:r>
            <a:endParaRPr dirty="0"/>
          </a:p>
        </p:txBody>
      </p:sp>
      <p:sp>
        <p:nvSpPr>
          <p:cNvPr id="405" name="Google Shape;405;p41"/>
          <p:cNvSpPr txBox="1">
            <a:spLocks noGrp="1"/>
          </p:cNvSpPr>
          <p:nvPr>
            <p:ph type="title" idx="4294967295"/>
          </p:nvPr>
        </p:nvSpPr>
        <p:spPr>
          <a:xfrm>
            <a:off x="300900" y="696978"/>
            <a:ext cx="2790150" cy="7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dirty="0"/>
              <a:t>Benefits of using graphs</a:t>
            </a:r>
            <a:endParaRPr sz="1800" dirty="0"/>
          </a:p>
        </p:txBody>
      </p:sp>
      <p:sp>
        <p:nvSpPr>
          <p:cNvPr id="406" name="Google Shape;406;p41"/>
          <p:cNvSpPr txBox="1">
            <a:spLocks noGrp="1"/>
          </p:cNvSpPr>
          <p:nvPr>
            <p:ph type="subTitle" idx="4294967295"/>
          </p:nvPr>
        </p:nvSpPr>
        <p:spPr>
          <a:xfrm>
            <a:off x="200580" y="1518041"/>
            <a:ext cx="2740740" cy="3226124"/>
          </a:xfrm>
          <a:prstGeom prst="rect">
            <a:avLst/>
          </a:prstGeom>
        </p:spPr>
        <p:txBody>
          <a:bodyPr spcFirstLastPara="1" wrap="square" lIns="91425" tIns="91425" rIns="91425" bIns="91425" anchor="t" anchorCtr="0">
            <a:noAutofit/>
          </a:bodyPr>
          <a:lstStyle/>
          <a:p>
            <a:r>
              <a:rPr lang="en-US" dirty="0"/>
              <a:t>Easy visualization of complex data</a:t>
            </a:r>
          </a:p>
          <a:p>
            <a:r>
              <a:rPr lang="en-US" dirty="0"/>
              <a:t>Identifies market trends quickly</a:t>
            </a:r>
          </a:p>
          <a:p>
            <a:r>
              <a:rPr lang="en-US" dirty="0"/>
              <a:t>Supports better trading decisions</a:t>
            </a:r>
          </a:p>
          <a:p>
            <a:r>
              <a:rPr lang="en-US" dirty="0"/>
              <a:t>Tracks portfolio performance</a:t>
            </a:r>
          </a:p>
          <a:p>
            <a:r>
              <a:rPr lang="en-US" dirty="0"/>
              <a:t>Enhances technical analysis</a:t>
            </a:r>
          </a:p>
          <a:p>
            <a:r>
              <a:rPr lang="en-US" dirty="0"/>
              <a:t>Enables real-time monitoring</a:t>
            </a:r>
          </a:p>
          <a:p>
            <a:r>
              <a:rPr lang="en-US" dirty="0"/>
              <a:t>Visualizes AI predictions and signals</a:t>
            </a:r>
          </a:p>
          <a:p>
            <a:r>
              <a:rPr lang="en-US" dirty="0"/>
              <a:t>Assists in risk management</a:t>
            </a:r>
          </a:p>
          <a:p>
            <a:r>
              <a:rPr lang="en-US" dirty="0"/>
              <a:t>Compares multiple stocks efficiently</a:t>
            </a:r>
          </a:p>
          <a:p>
            <a:r>
              <a:rPr lang="en-US" dirty="0"/>
              <a:t>Improves user experience and engagement</a:t>
            </a:r>
          </a:p>
          <a:p>
            <a:pPr marL="0" indent="0">
              <a:buNone/>
            </a:pPr>
            <a:endParaRPr dirty="0">
              <a:solidFill>
                <a:srgbClr val="F5F5F5"/>
              </a:solidFill>
            </a:endParaRPr>
          </a:p>
        </p:txBody>
      </p:sp>
      <p:pic>
        <p:nvPicPr>
          <p:cNvPr id="3" name="Picture 2">
            <a:extLst>
              <a:ext uri="{FF2B5EF4-FFF2-40B4-BE49-F238E27FC236}">
                <a16:creationId xmlns:a16="http://schemas.microsoft.com/office/drawing/2014/main" id="{06919C8B-3A6A-41A8-A9E8-C1FB06619C1D}"/>
              </a:ext>
            </a:extLst>
          </p:cNvPr>
          <p:cNvPicPr>
            <a:picLocks noChangeAspect="1"/>
          </p:cNvPicPr>
          <p:nvPr/>
        </p:nvPicPr>
        <p:blipFill>
          <a:blip r:embed="rId3"/>
          <a:stretch>
            <a:fillRect/>
          </a:stretch>
        </p:blipFill>
        <p:spPr>
          <a:xfrm>
            <a:off x="2941320" y="1017725"/>
            <a:ext cx="6202680" cy="3726440"/>
          </a:xfrm>
          <a:prstGeom prst="rect">
            <a:avLst/>
          </a:prstGeom>
        </p:spPr>
      </p:pic>
      <p:pic>
        <p:nvPicPr>
          <p:cNvPr id="4" name="Picture 3">
            <a:extLst>
              <a:ext uri="{FF2B5EF4-FFF2-40B4-BE49-F238E27FC236}">
                <a16:creationId xmlns:a16="http://schemas.microsoft.com/office/drawing/2014/main" id="{3FDA211A-2D70-4325-9510-A63C5E999401}"/>
              </a:ext>
            </a:extLst>
          </p:cNvPr>
          <p:cNvPicPr>
            <a:picLocks noChangeAspect="1"/>
          </p:cNvPicPr>
          <p:nvPr/>
        </p:nvPicPr>
        <p:blipFill>
          <a:blip r:embed="rId4"/>
          <a:stretch>
            <a:fillRect/>
          </a:stretch>
        </p:blipFill>
        <p:spPr>
          <a:xfrm>
            <a:off x="2846816" y="256084"/>
            <a:ext cx="371888" cy="37798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47932-3F82-4A3B-B0D2-D5559C8B11BE}"/>
              </a:ext>
            </a:extLst>
          </p:cNvPr>
          <p:cNvSpPr>
            <a:spLocks noGrp="1"/>
          </p:cNvSpPr>
          <p:nvPr>
            <p:ph type="title"/>
          </p:nvPr>
        </p:nvSpPr>
        <p:spPr>
          <a:xfrm>
            <a:off x="2083980" y="1124221"/>
            <a:ext cx="2716620" cy="842465"/>
          </a:xfrm>
        </p:spPr>
        <p:txBody>
          <a:bodyPr/>
          <a:lstStyle/>
          <a:p>
            <a:r>
              <a:rPr lang="en-US" sz="3600" dirty="0"/>
              <a:t>Summary</a:t>
            </a:r>
          </a:p>
        </p:txBody>
      </p:sp>
      <p:sp>
        <p:nvSpPr>
          <p:cNvPr id="4" name="TextBox 3">
            <a:extLst>
              <a:ext uri="{FF2B5EF4-FFF2-40B4-BE49-F238E27FC236}">
                <a16:creationId xmlns:a16="http://schemas.microsoft.com/office/drawing/2014/main" id="{605FAE58-FC43-47D6-9C4D-DC8491572704}"/>
              </a:ext>
            </a:extLst>
          </p:cNvPr>
          <p:cNvSpPr txBox="1"/>
          <p:nvPr/>
        </p:nvSpPr>
        <p:spPr>
          <a:xfrm>
            <a:off x="807720" y="2110085"/>
            <a:ext cx="7528560" cy="923330"/>
          </a:xfrm>
          <a:prstGeom prst="rect">
            <a:avLst/>
          </a:prstGeom>
          <a:noFill/>
        </p:spPr>
        <p:txBody>
          <a:bodyPr wrap="square">
            <a:spAutoFit/>
          </a:bodyPr>
          <a:lstStyle/>
          <a:p>
            <a:r>
              <a:rPr lang="en-US" sz="1800" dirty="0">
                <a:solidFill>
                  <a:schemeClr val="tx1"/>
                </a:solidFill>
              </a:rPr>
              <a:t>An AI Stock Trading Bot combines </a:t>
            </a:r>
            <a:r>
              <a:rPr lang="en-US" sz="1800" b="1" dirty="0">
                <a:solidFill>
                  <a:schemeClr val="tx1"/>
                </a:solidFill>
              </a:rPr>
              <a:t>real-time market data, AI models, technical indicators, and automation</a:t>
            </a:r>
            <a:r>
              <a:rPr lang="en-US" sz="1800" dirty="0">
                <a:solidFill>
                  <a:schemeClr val="tx1"/>
                </a:solidFill>
              </a:rPr>
              <a:t> to analyze markets, generate trading signals, and help users manage investments efficiently.</a:t>
            </a:r>
          </a:p>
        </p:txBody>
      </p:sp>
      <p:pic>
        <p:nvPicPr>
          <p:cNvPr id="5" name="Picture 4">
            <a:extLst>
              <a:ext uri="{FF2B5EF4-FFF2-40B4-BE49-F238E27FC236}">
                <a16:creationId xmlns:a16="http://schemas.microsoft.com/office/drawing/2014/main" id="{95F74BFC-8807-40AC-AB4E-701F2436A8E4}"/>
              </a:ext>
            </a:extLst>
          </p:cNvPr>
          <p:cNvPicPr>
            <a:picLocks noChangeAspect="1"/>
          </p:cNvPicPr>
          <p:nvPr/>
        </p:nvPicPr>
        <p:blipFill>
          <a:blip r:embed="rId2"/>
          <a:stretch>
            <a:fillRect/>
          </a:stretch>
        </p:blipFill>
        <p:spPr>
          <a:xfrm>
            <a:off x="1485900" y="1267051"/>
            <a:ext cx="502920" cy="556804"/>
          </a:xfrm>
          <a:prstGeom prst="rect">
            <a:avLst/>
          </a:prstGeom>
        </p:spPr>
      </p:pic>
    </p:spTree>
    <p:extLst>
      <p:ext uri="{BB962C8B-B14F-4D97-AF65-F5344CB8AC3E}">
        <p14:creationId xmlns:p14="http://schemas.microsoft.com/office/powerpoint/2010/main" val="34717849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8176D-1ACB-4C6E-9BE9-132FA26B82EA}"/>
              </a:ext>
            </a:extLst>
          </p:cNvPr>
          <p:cNvSpPr>
            <a:spLocks noGrp="1"/>
          </p:cNvSpPr>
          <p:nvPr>
            <p:ph type="title"/>
          </p:nvPr>
        </p:nvSpPr>
        <p:spPr>
          <a:xfrm>
            <a:off x="1715190" y="1577340"/>
            <a:ext cx="5835540" cy="518160"/>
          </a:xfrm>
        </p:spPr>
        <p:txBody>
          <a:bodyPr/>
          <a:lstStyle/>
          <a:p>
            <a:r>
              <a:rPr lang="en-US" sz="4000" b="1" dirty="0">
                <a:solidFill>
                  <a:schemeClr val="tx1"/>
                </a:solidFill>
              </a:rPr>
              <a:t>Technologies Used</a:t>
            </a:r>
            <a:br>
              <a:rPr lang="en-US" sz="6000" b="1" dirty="0">
                <a:solidFill>
                  <a:schemeClr val="tx1"/>
                </a:solidFill>
              </a:rPr>
            </a:br>
            <a:endParaRPr lang="en-US" dirty="0"/>
          </a:p>
        </p:txBody>
      </p:sp>
      <p:sp>
        <p:nvSpPr>
          <p:cNvPr id="3" name="Subtitle 2">
            <a:extLst>
              <a:ext uri="{FF2B5EF4-FFF2-40B4-BE49-F238E27FC236}">
                <a16:creationId xmlns:a16="http://schemas.microsoft.com/office/drawing/2014/main" id="{A4F3FFDF-DFA4-41A4-9F97-8213A5B93C9F}"/>
              </a:ext>
            </a:extLst>
          </p:cNvPr>
          <p:cNvSpPr>
            <a:spLocks noGrp="1"/>
          </p:cNvSpPr>
          <p:nvPr>
            <p:ph type="subTitle" idx="1"/>
          </p:nvPr>
        </p:nvSpPr>
        <p:spPr>
          <a:xfrm>
            <a:off x="2735580" y="1413510"/>
            <a:ext cx="3444240" cy="3417569"/>
          </a:xfrm>
        </p:spPr>
        <p:txBody>
          <a:bodyPr/>
          <a:lstStyle/>
          <a:p>
            <a:r>
              <a:rPr lang="en-US" sz="800" dirty="0"/>
              <a:t>┌─────────────────────────────────────────┐</a:t>
            </a:r>
          </a:p>
          <a:p>
            <a:r>
              <a:rPr lang="en-US" sz="1000" dirty="0"/>
              <a:t>│           </a:t>
            </a:r>
            <a:r>
              <a:rPr lang="en-US" sz="1200" b="1" dirty="0"/>
              <a:t>FRONTEND (React 19)</a:t>
            </a:r>
            <a:r>
              <a:rPr lang="en-US" sz="1000" dirty="0"/>
              <a:t>           </a:t>
            </a:r>
            <a:r>
              <a:rPr lang="en-US" sz="800" dirty="0"/>
              <a:t>│</a:t>
            </a:r>
          </a:p>
          <a:p>
            <a:r>
              <a:rPr lang="en-US" sz="800" dirty="0"/>
              <a:t>│  ┌─────────┐ ┌──────────┐ ┌──────────┐ │</a:t>
            </a:r>
          </a:p>
          <a:p>
            <a:r>
              <a:rPr lang="en-US" sz="800" dirty="0"/>
              <a:t>│  │</a:t>
            </a:r>
            <a:r>
              <a:rPr lang="en-US" sz="1000" dirty="0"/>
              <a:t>Dashboard </a:t>
            </a:r>
            <a:r>
              <a:rPr lang="en-US" sz="800" dirty="0"/>
              <a:t>│ │ </a:t>
            </a:r>
            <a:r>
              <a:rPr lang="en-US" sz="1100" dirty="0"/>
              <a:t>Trading</a:t>
            </a:r>
            <a:r>
              <a:rPr lang="en-US" sz="800" dirty="0"/>
              <a:t>  │ │  </a:t>
            </a:r>
            <a:r>
              <a:rPr lang="en-US" sz="1100" dirty="0"/>
              <a:t>AI Chat </a:t>
            </a:r>
            <a:r>
              <a:rPr lang="en-US" sz="800" dirty="0"/>
              <a:t>│ │</a:t>
            </a:r>
          </a:p>
          <a:p>
            <a:r>
              <a:rPr lang="en-US" sz="800" dirty="0"/>
              <a:t>│  └────┬─────┘ └────┬─────┘ └────┬─────┘ │</a:t>
            </a:r>
          </a:p>
          <a:p>
            <a:r>
              <a:rPr lang="en-US" sz="800" dirty="0"/>
              <a:t>│       │             │            │        │</a:t>
            </a:r>
          </a:p>
          <a:p>
            <a:r>
              <a:rPr lang="en-US" sz="800" dirty="0"/>
              <a:t>│  ┌────▼─────────────▼────────────▼─────┐ │</a:t>
            </a:r>
          </a:p>
          <a:p>
            <a:r>
              <a:rPr lang="en-US" sz="800" dirty="0"/>
              <a:t>│  │    </a:t>
            </a:r>
            <a:r>
              <a:rPr lang="en-US" sz="1100" dirty="0" err="1"/>
              <a:t>Zustand</a:t>
            </a:r>
            <a:r>
              <a:rPr lang="en-US" sz="1100" dirty="0"/>
              <a:t> Store + React Query      </a:t>
            </a:r>
            <a:r>
              <a:rPr lang="en-US" sz="800" dirty="0"/>
              <a:t>│ │</a:t>
            </a:r>
          </a:p>
          <a:p>
            <a:r>
              <a:rPr lang="en-US" sz="800" dirty="0"/>
              <a:t>│  └──────────────┬──────────────────────┘ │</a:t>
            </a:r>
          </a:p>
          <a:p>
            <a:r>
              <a:rPr lang="en-US" sz="800" dirty="0"/>
              <a:t>│                 │ </a:t>
            </a:r>
            <a:r>
              <a:rPr lang="en-US" sz="1100" dirty="0"/>
              <a:t>fetch()</a:t>
            </a:r>
            <a:r>
              <a:rPr lang="en-US" sz="800" dirty="0"/>
              <a:t>                 │</a:t>
            </a:r>
          </a:p>
          <a:p>
            <a:r>
              <a:rPr lang="en-US" sz="800" dirty="0"/>
              <a:t>├─────────────────┼────────────────────────┤</a:t>
            </a:r>
          </a:p>
          <a:p>
            <a:r>
              <a:rPr lang="en-US" sz="800" dirty="0"/>
              <a:t>│           </a:t>
            </a:r>
            <a:r>
              <a:rPr lang="en-US" sz="1200" b="1" dirty="0"/>
              <a:t>BACKEND (Next.js API) </a:t>
            </a:r>
            <a:r>
              <a:rPr lang="en-US" sz="800" b="1" dirty="0"/>
              <a:t>         </a:t>
            </a:r>
            <a:r>
              <a:rPr lang="en-US" sz="800" dirty="0"/>
              <a:t>│</a:t>
            </a:r>
          </a:p>
          <a:p>
            <a:r>
              <a:rPr lang="en-US" sz="800" dirty="0"/>
              <a:t>│  ┌──────────────▼──────────────────────┐ │</a:t>
            </a:r>
          </a:p>
          <a:p>
            <a:r>
              <a:rPr lang="en-US" sz="800" dirty="0"/>
              <a:t>│  │     </a:t>
            </a:r>
            <a:r>
              <a:rPr lang="en-US" sz="1100" dirty="0"/>
              <a:t>17 API Routes (App Router)      </a:t>
            </a:r>
            <a:r>
              <a:rPr lang="en-US" sz="800" dirty="0"/>
              <a:t>│ │</a:t>
            </a:r>
          </a:p>
          <a:p>
            <a:r>
              <a:rPr lang="en-US" sz="800" dirty="0"/>
              <a:t>│  │  ┌──────┐ ┌──────┐ ┌─────────────┐ │ │</a:t>
            </a:r>
          </a:p>
          <a:p>
            <a:r>
              <a:rPr lang="en-US" sz="800" dirty="0"/>
              <a:t>│  │  │</a:t>
            </a:r>
            <a:r>
              <a:rPr lang="en-US" sz="1100" dirty="0"/>
              <a:t>Stocks</a:t>
            </a:r>
            <a:r>
              <a:rPr lang="en-US" sz="800" dirty="0"/>
              <a:t>│ │ </a:t>
            </a:r>
            <a:r>
              <a:rPr lang="en-US" sz="1100" dirty="0"/>
              <a:t> RL  </a:t>
            </a:r>
            <a:r>
              <a:rPr lang="en-US" sz="800" dirty="0"/>
              <a:t>│ │ </a:t>
            </a:r>
            <a:r>
              <a:rPr lang="en-US" sz="1100" dirty="0"/>
              <a:t>AI Chatbot  </a:t>
            </a:r>
            <a:r>
              <a:rPr lang="en-US" sz="800" dirty="0"/>
              <a:t>│ │ │</a:t>
            </a:r>
          </a:p>
          <a:p>
            <a:r>
              <a:rPr lang="en-US" sz="800" dirty="0"/>
              <a:t>│  │  └──┬───┘ └──┬───┘ └──────┬──────┘ │ │</a:t>
            </a:r>
          </a:p>
          <a:p>
            <a:r>
              <a:rPr lang="en-US" sz="800" dirty="0"/>
              <a:t>│  └─────┼────────┼────────────┼────────┘ │</a:t>
            </a:r>
          </a:p>
          <a:p>
            <a:r>
              <a:rPr lang="en-US" sz="800" dirty="0"/>
              <a:t>│        │        │            │           │</a:t>
            </a:r>
          </a:p>
          <a:p>
            <a:r>
              <a:rPr lang="en-US" sz="800" dirty="0"/>
              <a:t>│  ┌─────▼────────▼────────────▼────────┐ │</a:t>
            </a:r>
          </a:p>
          <a:p>
            <a:r>
              <a:rPr lang="en-US" sz="800" dirty="0"/>
              <a:t>│  │      </a:t>
            </a:r>
            <a:r>
              <a:rPr lang="en-US" sz="1100" dirty="0"/>
              <a:t>Prisma ORM + SQLite DB        </a:t>
            </a:r>
            <a:r>
              <a:rPr lang="en-US" sz="800" dirty="0"/>
              <a:t>│ │</a:t>
            </a:r>
          </a:p>
          <a:p>
            <a:r>
              <a:rPr lang="en-US" sz="800" dirty="0"/>
              <a:t>│  └────────────────────────────────────┘ │</a:t>
            </a:r>
          </a:p>
          <a:p>
            <a:r>
              <a:rPr lang="en-US" sz="800" dirty="0"/>
              <a:t>└─────────────────────────────────────────┘</a:t>
            </a:r>
          </a:p>
        </p:txBody>
      </p:sp>
    </p:spTree>
    <p:extLst>
      <p:ext uri="{BB962C8B-B14F-4D97-AF65-F5344CB8AC3E}">
        <p14:creationId xmlns:p14="http://schemas.microsoft.com/office/powerpoint/2010/main" val="2546780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B8DB4-8F3C-4872-9049-912C18E39F10}"/>
              </a:ext>
            </a:extLst>
          </p:cNvPr>
          <p:cNvSpPr>
            <a:spLocks noGrp="1"/>
          </p:cNvSpPr>
          <p:nvPr>
            <p:ph type="title"/>
          </p:nvPr>
        </p:nvSpPr>
        <p:spPr>
          <a:xfrm>
            <a:off x="1306740" y="368825"/>
            <a:ext cx="7704000" cy="572700"/>
          </a:xfrm>
        </p:spPr>
        <p:txBody>
          <a:bodyPr/>
          <a:lstStyle/>
          <a:p>
            <a:r>
              <a:rPr lang="en-US" sz="3200" b="1" dirty="0">
                <a:solidFill>
                  <a:schemeClr val="tx1"/>
                </a:solidFill>
              </a:rPr>
              <a:t>AI &amp; Machine Learning Model</a:t>
            </a:r>
            <a:br>
              <a:rPr lang="en-US" sz="3200" b="1" dirty="0">
                <a:solidFill>
                  <a:schemeClr val="tx1"/>
                </a:solidFill>
                <a:latin typeface="Heebo"/>
                <a:ea typeface="Heebo"/>
                <a:cs typeface="Heebo"/>
                <a:sym typeface="Heebo"/>
              </a:rPr>
            </a:br>
            <a:endParaRPr lang="en-US" dirty="0"/>
          </a:p>
        </p:txBody>
      </p:sp>
      <p:sp>
        <p:nvSpPr>
          <p:cNvPr id="3" name="Rectangle 1">
            <a:extLst>
              <a:ext uri="{FF2B5EF4-FFF2-40B4-BE49-F238E27FC236}">
                <a16:creationId xmlns:a16="http://schemas.microsoft.com/office/drawing/2014/main" id="{3A3C642D-CFE2-425D-8147-9F7B84ED0BFF}"/>
              </a:ext>
            </a:extLst>
          </p:cNvPr>
          <p:cNvSpPr>
            <a:spLocks noChangeArrowheads="1"/>
          </p:cNvSpPr>
          <p:nvPr/>
        </p:nvSpPr>
        <p:spPr bwMode="auto">
          <a:xfrm>
            <a:off x="800100" y="751025"/>
            <a:ext cx="285526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Reinforcement Learning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Training Process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Prediction Mechanism </a:t>
            </a:r>
          </a:p>
        </p:txBody>
      </p:sp>
      <p:pic>
        <p:nvPicPr>
          <p:cNvPr id="5" name="Picture 4">
            <a:extLst>
              <a:ext uri="{FF2B5EF4-FFF2-40B4-BE49-F238E27FC236}">
                <a16:creationId xmlns:a16="http://schemas.microsoft.com/office/drawing/2014/main" id="{180993A3-F2A8-4D86-92A6-9BF1E16EA724}"/>
              </a:ext>
            </a:extLst>
          </p:cNvPr>
          <p:cNvPicPr>
            <a:picLocks noChangeAspect="1"/>
          </p:cNvPicPr>
          <p:nvPr/>
        </p:nvPicPr>
        <p:blipFill>
          <a:blip r:embed="rId2"/>
          <a:stretch>
            <a:fillRect/>
          </a:stretch>
        </p:blipFill>
        <p:spPr>
          <a:xfrm>
            <a:off x="1120140" y="2141854"/>
            <a:ext cx="6294120" cy="2872740"/>
          </a:xfrm>
          <a:prstGeom prst="rect">
            <a:avLst/>
          </a:prstGeom>
        </p:spPr>
      </p:pic>
    </p:spTree>
    <p:extLst>
      <p:ext uri="{BB962C8B-B14F-4D97-AF65-F5344CB8AC3E}">
        <p14:creationId xmlns:p14="http://schemas.microsoft.com/office/powerpoint/2010/main" val="25337622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876BC-5DF3-477C-88E1-E7A618EDDF97}"/>
              </a:ext>
            </a:extLst>
          </p:cNvPr>
          <p:cNvSpPr>
            <a:spLocks noGrp="1"/>
          </p:cNvSpPr>
          <p:nvPr>
            <p:ph type="title"/>
          </p:nvPr>
        </p:nvSpPr>
        <p:spPr>
          <a:xfrm>
            <a:off x="1359900" y="414904"/>
            <a:ext cx="3566340" cy="899160"/>
          </a:xfrm>
        </p:spPr>
        <p:txBody>
          <a:bodyPr/>
          <a:lstStyle/>
          <a:p>
            <a:r>
              <a:rPr lang="en-US" sz="4000" dirty="0"/>
              <a:t>Advantages</a:t>
            </a:r>
          </a:p>
        </p:txBody>
      </p:sp>
      <p:sp>
        <p:nvSpPr>
          <p:cNvPr id="3" name="Rectangle 1">
            <a:extLst>
              <a:ext uri="{FF2B5EF4-FFF2-40B4-BE49-F238E27FC236}">
                <a16:creationId xmlns:a16="http://schemas.microsoft.com/office/drawing/2014/main" id="{B55AAB6B-4B71-45DA-81D6-C21A822C7765}"/>
              </a:ext>
            </a:extLst>
          </p:cNvPr>
          <p:cNvSpPr>
            <a:spLocks noChangeArrowheads="1"/>
          </p:cNvSpPr>
          <p:nvPr/>
        </p:nvSpPr>
        <p:spPr bwMode="auto">
          <a:xfrm>
            <a:off x="1290594" y="1041499"/>
            <a:ext cx="3253740"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Fast Decision Making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Emotion-Free Trading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Automated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Portfolio Optimization </a:t>
            </a:r>
          </a:p>
        </p:txBody>
      </p:sp>
      <p:sp>
        <p:nvSpPr>
          <p:cNvPr id="4" name="TextBox 3">
            <a:extLst>
              <a:ext uri="{FF2B5EF4-FFF2-40B4-BE49-F238E27FC236}">
                <a16:creationId xmlns:a16="http://schemas.microsoft.com/office/drawing/2014/main" id="{4725F9A2-EE3D-4E7B-8A3B-4AA14D1DDE64}"/>
              </a:ext>
            </a:extLst>
          </p:cNvPr>
          <p:cNvSpPr txBox="1"/>
          <p:nvPr/>
        </p:nvSpPr>
        <p:spPr>
          <a:xfrm>
            <a:off x="1359900" y="2641937"/>
            <a:ext cx="3619680" cy="707886"/>
          </a:xfrm>
          <a:prstGeom prst="rect">
            <a:avLst/>
          </a:prstGeom>
          <a:noFill/>
        </p:spPr>
        <p:txBody>
          <a:bodyPr wrap="square" rtlCol="0">
            <a:spAutoFit/>
          </a:bodyPr>
          <a:lstStyle/>
          <a:p>
            <a:r>
              <a:rPr lang="en-US" sz="4000" b="1" dirty="0">
                <a:solidFill>
                  <a:schemeClr val="tx1"/>
                </a:solidFill>
              </a:rPr>
              <a:t>Limitation</a:t>
            </a:r>
          </a:p>
        </p:txBody>
      </p:sp>
      <p:sp>
        <p:nvSpPr>
          <p:cNvPr id="5" name="Rectangle 2">
            <a:extLst>
              <a:ext uri="{FF2B5EF4-FFF2-40B4-BE49-F238E27FC236}">
                <a16:creationId xmlns:a16="http://schemas.microsoft.com/office/drawing/2014/main" id="{4FDC5F09-D1BB-4822-ABE0-04BE74DB9421}"/>
              </a:ext>
            </a:extLst>
          </p:cNvPr>
          <p:cNvSpPr>
            <a:spLocks noChangeArrowheads="1"/>
          </p:cNvSpPr>
          <p:nvPr/>
        </p:nvSpPr>
        <p:spPr bwMode="auto">
          <a:xfrm>
            <a:off x="1290594" y="3142561"/>
            <a:ext cx="2565126"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Market Uncertainty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Technical Risks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Data Dependency </a:t>
            </a:r>
          </a:p>
        </p:txBody>
      </p:sp>
      <p:pic>
        <p:nvPicPr>
          <p:cNvPr id="7" name="Picture 6">
            <a:extLst>
              <a:ext uri="{FF2B5EF4-FFF2-40B4-BE49-F238E27FC236}">
                <a16:creationId xmlns:a16="http://schemas.microsoft.com/office/drawing/2014/main" id="{F4F1AFE6-6F47-4684-BB41-84F79C710BEB}"/>
              </a:ext>
            </a:extLst>
          </p:cNvPr>
          <p:cNvPicPr>
            <a:picLocks noChangeAspect="1"/>
          </p:cNvPicPr>
          <p:nvPr/>
        </p:nvPicPr>
        <p:blipFill>
          <a:blip r:embed="rId2"/>
          <a:stretch>
            <a:fillRect/>
          </a:stretch>
        </p:blipFill>
        <p:spPr>
          <a:xfrm>
            <a:off x="868681" y="561532"/>
            <a:ext cx="426540" cy="479967"/>
          </a:xfrm>
          <a:prstGeom prst="rect">
            <a:avLst/>
          </a:prstGeom>
        </p:spPr>
      </p:pic>
      <p:pic>
        <p:nvPicPr>
          <p:cNvPr id="8" name="Picture 7">
            <a:extLst>
              <a:ext uri="{FF2B5EF4-FFF2-40B4-BE49-F238E27FC236}">
                <a16:creationId xmlns:a16="http://schemas.microsoft.com/office/drawing/2014/main" id="{4E87C0FE-0B8D-49B1-84B9-E472CF70C93E}"/>
              </a:ext>
            </a:extLst>
          </p:cNvPr>
          <p:cNvPicPr>
            <a:picLocks noChangeAspect="1"/>
          </p:cNvPicPr>
          <p:nvPr/>
        </p:nvPicPr>
        <p:blipFill>
          <a:blip r:embed="rId3"/>
          <a:stretch>
            <a:fillRect/>
          </a:stretch>
        </p:blipFill>
        <p:spPr>
          <a:xfrm>
            <a:off x="864054" y="2725936"/>
            <a:ext cx="426540" cy="539888"/>
          </a:xfrm>
          <a:prstGeom prst="rect">
            <a:avLst/>
          </a:prstGeom>
        </p:spPr>
      </p:pic>
      <p:pic>
        <p:nvPicPr>
          <p:cNvPr id="9" name="Picture 8">
            <a:extLst>
              <a:ext uri="{FF2B5EF4-FFF2-40B4-BE49-F238E27FC236}">
                <a16:creationId xmlns:a16="http://schemas.microsoft.com/office/drawing/2014/main" id="{0111B286-AA43-4932-919A-258A0E9DBEF3}"/>
              </a:ext>
            </a:extLst>
          </p:cNvPr>
          <p:cNvPicPr>
            <a:picLocks noChangeAspect="1"/>
          </p:cNvPicPr>
          <p:nvPr/>
        </p:nvPicPr>
        <p:blipFill>
          <a:blip r:embed="rId4"/>
          <a:stretch>
            <a:fillRect/>
          </a:stretch>
        </p:blipFill>
        <p:spPr>
          <a:xfrm>
            <a:off x="4926240" y="561532"/>
            <a:ext cx="3724515" cy="4131713"/>
          </a:xfrm>
          <a:prstGeom prst="rect">
            <a:avLst/>
          </a:prstGeom>
        </p:spPr>
      </p:pic>
    </p:spTree>
    <p:extLst>
      <p:ext uri="{BB962C8B-B14F-4D97-AF65-F5344CB8AC3E}">
        <p14:creationId xmlns:p14="http://schemas.microsoft.com/office/powerpoint/2010/main" val="3423929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82623-77F7-4191-A289-9E6796036F18}"/>
              </a:ext>
            </a:extLst>
          </p:cNvPr>
          <p:cNvSpPr>
            <a:spLocks noGrp="1"/>
          </p:cNvSpPr>
          <p:nvPr>
            <p:ph type="title"/>
          </p:nvPr>
        </p:nvSpPr>
        <p:spPr>
          <a:xfrm>
            <a:off x="1620367" y="117459"/>
            <a:ext cx="5568840" cy="1101900"/>
          </a:xfrm>
        </p:spPr>
        <p:txBody>
          <a:bodyPr/>
          <a:lstStyle/>
          <a:p>
            <a:r>
              <a:rPr lang="en-US" sz="4000" dirty="0">
                <a:solidFill>
                  <a:schemeClr val="tx1"/>
                </a:solidFill>
              </a:rPr>
              <a:t>Future Enhancements</a:t>
            </a:r>
          </a:p>
        </p:txBody>
      </p:sp>
      <p:sp>
        <p:nvSpPr>
          <p:cNvPr id="4" name="Rectangle 1">
            <a:extLst>
              <a:ext uri="{FF2B5EF4-FFF2-40B4-BE49-F238E27FC236}">
                <a16:creationId xmlns:a16="http://schemas.microsoft.com/office/drawing/2014/main" id="{7E88FAAC-3F54-4F33-840F-5AD2B7A5530A}"/>
              </a:ext>
            </a:extLst>
          </p:cNvPr>
          <p:cNvSpPr>
            <a:spLocks noGrp="1" noChangeArrowheads="1"/>
          </p:cNvSpPr>
          <p:nvPr>
            <p:ph type="subTitle" idx="1"/>
          </p:nvPr>
        </p:nvSpPr>
        <p:spPr bwMode="auto">
          <a:xfrm>
            <a:off x="1776840" y="1010602"/>
            <a:ext cx="498157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Real-Time Trading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News Sentiment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Advanced AI Models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Mobile Application </a:t>
            </a:r>
          </a:p>
        </p:txBody>
      </p:sp>
      <p:pic>
        <p:nvPicPr>
          <p:cNvPr id="6" name="Picture 5">
            <a:extLst>
              <a:ext uri="{FF2B5EF4-FFF2-40B4-BE49-F238E27FC236}">
                <a16:creationId xmlns:a16="http://schemas.microsoft.com/office/drawing/2014/main" id="{136FF039-CE19-4E12-9B5B-2402DC555B1E}"/>
              </a:ext>
            </a:extLst>
          </p:cNvPr>
          <p:cNvPicPr>
            <a:picLocks noChangeAspect="1"/>
          </p:cNvPicPr>
          <p:nvPr/>
        </p:nvPicPr>
        <p:blipFill>
          <a:blip r:embed="rId2"/>
          <a:stretch>
            <a:fillRect/>
          </a:stretch>
        </p:blipFill>
        <p:spPr>
          <a:xfrm>
            <a:off x="1914000" y="2655571"/>
            <a:ext cx="5568840" cy="2467319"/>
          </a:xfrm>
          <a:prstGeom prst="rect">
            <a:avLst/>
          </a:prstGeom>
        </p:spPr>
      </p:pic>
    </p:spTree>
    <p:extLst>
      <p:ext uri="{BB962C8B-B14F-4D97-AF65-F5344CB8AC3E}">
        <p14:creationId xmlns:p14="http://schemas.microsoft.com/office/powerpoint/2010/main" val="13959971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46"/>
          <p:cNvSpPr txBox="1">
            <a:spLocks noGrp="1"/>
          </p:cNvSpPr>
          <p:nvPr>
            <p:ph type="title"/>
          </p:nvPr>
        </p:nvSpPr>
        <p:spPr>
          <a:xfrm>
            <a:off x="1389804" y="322631"/>
            <a:ext cx="2418604" cy="5441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dirty="0"/>
              <a:t>Results</a:t>
            </a:r>
            <a:endParaRPr sz="3200" dirty="0"/>
          </a:p>
        </p:txBody>
      </p:sp>
      <p:sp>
        <p:nvSpPr>
          <p:cNvPr id="3" name="Subtitle 2">
            <a:extLst>
              <a:ext uri="{FF2B5EF4-FFF2-40B4-BE49-F238E27FC236}">
                <a16:creationId xmlns:a16="http://schemas.microsoft.com/office/drawing/2014/main" id="{3A5EEF83-74B9-4306-89EE-B99AFA783B6B}"/>
              </a:ext>
            </a:extLst>
          </p:cNvPr>
          <p:cNvSpPr>
            <a:spLocks noGrp="1"/>
          </p:cNvSpPr>
          <p:nvPr>
            <p:ph type="subTitle" idx="1"/>
          </p:nvPr>
        </p:nvSpPr>
        <p:spPr>
          <a:xfrm>
            <a:off x="354897" y="951795"/>
            <a:ext cx="4882925" cy="944880"/>
          </a:xfrm>
        </p:spPr>
        <p:txBody>
          <a:bodyPr/>
          <a:lstStyle/>
          <a:p>
            <a:r>
              <a:rPr lang="en-US" dirty="0"/>
              <a:t>        </a:t>
            </a:r>
            <a:r>
              <a:rPr lang="en-US" sz="1400" dirty="0"/>
              <a:t>The AI Stock Trading Bot successfully combines Artificial Intelligence, Reinforcement Learning, and Technical Analysis to assist users in making smarter, data-driven trading decisions while improving efficiency, accuracy, and user experience.</a:t>
            </a:r>
          </a:p>
        </p:txBody>
      </p:sp>
      <p:pic>
        <p:nvPicPr>
          <p:cNvPr id="7" name="Picture Placeholder 6">
            <a:extLst>
              <a:ext uri="{FF2B5EF4-FFF2-40B4-BE49-F238E27FC236}">
                <a16:creationId xmlns:a16="http://schemas.microsoft.com/office/drawing/2014/main" id="{8CEF1E59-97C5-43E3-863F-3C01B01E6606}"/>
              </a:ext>
            </a:extLst>
          </p:cNvPr>
          <p:cNvPicPr>
            <a:picLocks noGrp="1" noChangeAspect="1"/>
          </p:cNvPicPr>
          <p:nvPr>
            <p:ph type="pic" idx="5"/>
          </p:nvPr>
        </p:nvPicPr>
        <p:blipFill rotWithShape="1">
          <a:blip r:embed="rId3"/>
          <a:srcRect l="-948" t="914" r="6901" b="2"/>
          <a:stretch/>
        </p:blipFill>
        <p:spPr>
          <a:xfrm>
            <a:off x="545783" y="2372245"/>
            <a:ext cx="1566863" cy="2675573"/>
          </a:xfrm>
        </p:spPr>
      </p:pic>
      <p:pic>
        <p:nvPicPr>
          <p:cNvPr id="11" name="Picture Placeholder 10">
            <a:extLst>
              <a:ext uri="{FF2B5EF4-FFF2-40B4-BE49-F238E27FC236}">
                <a16:creationId xmlns:a16="http://schemas.microsoft.com/office/drawing/2014/main" id="{E27775C0-3876-45EE-8F69-EED4269566B7}"/>
              </a:ext>
            </a:extLst>
          </p:cNvPr>
          <p:cNvPicPr>
            <a:picLocks noGrp="1" noChangeAspect="1"/>
          </p:cNvPicPr>
          <p:nvPr>
            <p:ph type="pic" idx="4"/>
          </p:nvPr>
        </p:nvPicPr>
        <p:blipFill rotWithShape="1">
          <a:blip r:embed="rId4"/>
          <a:srcRect l="3049" t="-2052" r="19" b="1127"/>
          <a:stretch/>
        </p:blipFill>
        <p:spPr>
          <a:xfrm>
            <a:off x="2295222" y="2066704"/>
            <a:ext cx="1566862" cy="2700337"/>
          </a:xfrm>
        </p:spPr>
      </p:pic>
      <p:pic>
        <p:nvPicPr>
          <p:cNvPr id="17" name="Picture Placeholder 16">
            <a:extLst>
              <a:ext uri="{FF2B5EF4-FFF2-40B4-BE49-F238E27FC236}">
                <a16:creationId xmlns:a16="http://schemas.microsoft.com/office/drawing/2014/main" id="{4F33C5D0-5AB7-446B-BFE3-A541DDB6F015}"/>
              </a:ext>
            </a:extLst>
          </p:cNvPr>
          <p:cNvPicPr>
            <a:picLocks noGrp="1" noChangeAspect="1"/>
          </p:cNvPicPr>
          <p:nvPr>
            <p:ph type="pic" idx="2"/>
          </p:nvPr>
        </p:nvPicPr>
        <p:blipFill rotWithShape="1">
          <a:blip r:embed="rId5"/>
          <a:srcRect l="1161" t="187" r="25" b="-219"/>
          <a:stretch/>
        </p:blipFill>
        <p:spPr>
          <a:xfrm>
            <a:off x="5976938" y="539750"/>
            <a:ext cx="2811462" cy="4064000"/>
          </a:xfrm>
        </p:spPr>
      </p:pic>
      <p:pic>
        <p:nvPicPr>
          <p:cNvPr id="21" name="Picture Placeholder 20">
            <a:extLst>
              <a:ext uri="{FF2B5EF4-FFF2-40B4-BE49-F238E27FC236}">
                <a16:creationId xmlns:a16="http://schemas.microsoft.com/office/drawing/2014/main" id="{BC07A704-FA28-408C-AF65-4D16109D956F}"/>
              </a:ext>
            </a:extLst>
          </p:cNvPr>
          <p:cNvPicPr>
            <a:picLocks noGrp="1" noChangeAspect="1"/>
          </p:cNvPicPr>
          <p:nvPr>
            <p:ph type="pic" idx="3"/>
          </p:nvPr>
        </p:nvPicPr>
        <p:blipFill rotWithShape="1">
          <a:blip r:embed="rId6"/>
          <a:srcRect l="26296" t="-411" r="32664" b="411"/>
          <a:stretch/>
        </p:blipFill>
        <p:spPr>
          <a:xfrm>
            <a:off x="4166728" y="1903450"/>
            <a:ext cx="1566600" cy="2700300"/>
          </a:xfrm>
        </p:spPr>
      </p:pic>
      <p:pic>
        <p:nvPicPr>
          <p:cNvPr id="22" name="Picture 21">
            <a:extLst>
              <a:ext uri="{FF2B5EF4-FFF2-40B4-BE49-F238E27FC236}">
                <a16:creationId xmlns:a16="http://schemas.microsoft.com/office/drawing/2014/main" id="{18DBB2F8-5E3B-49D5-9E34-4AE9C8072479}"/>
              </a:ext>
            </a:extLst>
          </p:cNvPr>
          <p:cNvPicPr>
            <a:picLocks noChangeAspect="1"/>
          </p:cNvPicPr>
          <p:nvPr/>
        </p:nvPicPr>
        <p:blipFill>
          <a:blip r:embed="rId7"/>
          <a:stretch>
            <a:fillRect/>
          </a:stretch>
        </p:blipFill>
        <p:spPr>
          <a:xfrm>
            <a:off x="929640" y="400165"/>
            <a:ext cx="384079" cy="54485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2D7E1-3A9B-4182-AA09-4B5D32B0B1D9}"/>
              </a:ext>
            </a:extLst>
          </p:cNvPr>
          <p:cNvSpPr>
            <a:spLocks noGrp="1"/>
          </p:cNvSpPr>
          <p:nvPr>
            <p:ph type="title"/>
          </p:nvPr>
        </p:nvSpPr>
        <p:spPr>
          <a:xfrm>
            <a:off x="1763940" y="717045"/>
            <a:ext cx="3890100" cy="949145"/>
          </a:xfrm>
        </p:spPr>
        <p:txBody>
          <a:bodyPr/>
          <a:lstStyle/>
          <a:p>
            <a:r>
              <a:rPr lang="en-US" dirty="0"/>
              <a:t>Conclusions</a:t>
            </a:r>
          </a:p>
        </p:txBody>
      </p:sp>
      <p:sp>
        <p:nvSpPr>
          <p:cNvPr id="4" name="TextBox 3">
            <a:extLst>
              <a:ext uri="{FF2B5EF4-FFF2-40B4-BE49-F238E27FC236}">
                <a16:creationId xmlns:a16="http://schemas.microsoft.com/office/drawing/2014/main" id="{A246FD6C-DC2F-4329-92FF-90EFD349E0BF}"/>
              </a:ext>
            </a:extLst>
          </p:cNvPr>
          <p:cNvSpPr txBox="1"/>
          <p:nvPr/>
        </p:nvSpPr>
        <p:spPr>
          <a:xfrm>
            <a:off x="965790" y="1704290"/>
            <a:ext cx="7212420" cy="1323439"/>
          </a:xfrm>
          <a:prstGeom prst="rect">
            <a:avLst/>
          </a:prstGeom>
          <a:noFill/>
        </p:spPr>
        <p:txBody>
          <a:bodyPr wrap="square">
            <a:spAutoFit/>
          </a:bodyPr>
          <a:lstStyle/>
          <a:p>
            <a:r>
              <a:rPr lang="en-US" sz="1600" dirty="0">
                <a:solidFill>
                  <a:schemeClr val="tx1"/>
                </a:solidFill>
              </a:rPr>
              <a:t>An </a:t>
            </a:r>
            <a:r>
              <a:rPr lang="en-US" sz="1600" b="1" dirty="0">
                <a:solidFill>
                  <a:schemeClr val="tx1"/>
                </a:solidFill>
              </a:rPr>
              <a:t>AI Stock Trading Bot</a:t>
            </a:r>
            <a:r>
              <a:rPr lang="en-US" sz="1600" dirty="0">
                <a:solidFill>
                  <a:schemeClr val="tx1"/>
                </a:solidFill>
              </a:rPr>
              <a:t> is a smart automated trading system that uses AI and market analysis to assist investors in making better trading decisions. It offers advantages such as speed, automation, and continuous monitoring, but it also faces challenges including market uncertainty, technical risks, and the inability to guarantee profits.</a:t>
            </a:r>
          </a:p>
        </p:txBody>
      </p:sp>
      <p:pic>
        <p:nvPicPr>
          <p:cNvPr id="5" name="Picture 4">
            <a:extLst>
              <a:ext uri="{FF2B5EF4-FFF2-40B4-BE49-F238E27FC236}">
                <a16:creationId xmlns:a16="http://schemas.microsoft.com/office/drawing/2014/main" id="{FA2BD567-7842-4362-A07E-0D201985B72D}"/>
              </a:ext>
            </a:extLst>
          </p:cNvPr>
          <p:cNvPicPr>
            <a:picLocks noChangeAspect="1"/>
          </p:cNvPicPr>
          <p:nvPr/>
        </p:nvPicPr>
        <p:blipFill>
          <a:blip r:embed="rId2"/>
          <a:stretch>
            <a:fillRect/>
          </a:stretch>
        </p:blipFill>
        <p:spPr>
          <a:xfrm>
            <a:off x="1219200" y="717045"/>
            <a:ext cx="544740" cy="542240"/>
          </a:xfrm>
          <a:prstGeom prst="rect">
            <a:avLst/>
          </a:prstGeom>
        </p:spPr>
      </p:pic>
    </p:spTree>
    <p:extLst>
      <p:ext uri="{BB962C8B-B14F-4D97-AF65-F5344CB8AC3E}">
        <p14:creationId xmlns:p14="http://schemas.microsoft.com/office/powerpoint/2010/main" val="34912794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49"/>
          <p:cNvSpPr txBox="1">
            <a:spLocks noGrp="1"/>
          </p:cNvSpPr>
          <p:nvPr>
            <p:ph type="title"/>
          </p:nvPr>
        </p:nvSpPr>
        <p:spPr>
          <a:xfrm>
            <a:off x="1593314" y="156670"/>
            <a:ext cx="6172200" cy="135321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bg2"/>
                </a:solidFill>
              </a:rPr>
              <a:t>Thanks YOU!</a:t>
            </a:r>
            <a:endParaRPr dirty="0">
              <a:solidFill>
                <a:schemeClr val="bg2"/>
              </a:solidFill>
            </a:endParaRPr>
          </a:p>
        </p:txBody>
      </p:sp>
      <p:sp>
        <p:nvSpPr>
          <p:cNvPr id="512" name="Google Shape;512;p49"/>
          <p:cNvSpPr txBox="1">
            <a:spLocks noGrp="1"/>
          </p:cNvSpPr>
          <p:nvPr>
            <p:ph type="subTitle" idx="1"/>
          </p:nvPr>
        </p:nvSpPr>
        <p:spPr>
          <a:xfrm>
            <a:off x="1711335" y="1509880"/>
            <a:ext cx="4765664" cy="80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b="1" dirty="0"/>
              <a:t>"Thank you for your attention. Any questions I can answer? If they are too hard, I'll pretend my Wi-Fi cut out."</a:t>
            </a:r>
            <a:endParaRPr sz="1600" b="1" dirty="0"/>
          </a:p>
        </p:txBody>
      </p:sp>
      <p:pic>
        <p:nvPicPr>
          <p:cNvPr id="2" name="Picture 1">
            <a:extLst>
              <a:ext uri="{FF2B5EF4-FFF2-40B4-BE49-F238E27FC236}">
                <a16:creationId xmlns:a16="http://schemas.microsoft.com/office/drawing/2014/main" id="{47FF397C-DD0A-4886-9C2E-193F4DE8227C}"/>
              </a:ext>
            </a:extLst>
          </p:cNvPr>
          <p:cNvPicPr>
            <a:picLocks noChangeAspect="1"/>
          </p:cNvPicPr>
          <p:nvPr/>
        </p:nvPicPr>
        <p:blipFill>
          <a:blip r:embed="rId3"/>
          <a:stretch>
            <a:fillRect/>
          </a:stretch>
        </p:blipFill>
        <p:spPr>
          <a:xfrm>
            <a:off x="754380" y="2759183"/>
            <a:ext cx="5661660" cy="2110509"/>
          </a:xfrm>
          <a:prstGeom prst="rect">
            <a:avLst/>
          </a:prstGeom>
        </p:spPr>
      </p:pic>
      <p:pic>
        <p:nvPicPr>
          <p:cNvPr id="3" name="Picture 2">
            <a:extLst>
              <a:ext uri="{FF2B5EF4-FFF2-40B4-BE49-F238E27FC236}">
                <a16:creationId xmlns:a16="http://schemas.microsoft.com/office/drawing/2014/main" id="{B09FDC66-5F08-4DA6-9DD1-98B325F889DF}"/>
              </a:ext>
            </a:extLst>
          </p:cNvPr>
          <p:cNvPicPr>
            <a:picLocks noChangeAspect="1"/>
          </p:cNvPicPr>
          <p:nvPr/>
        </p:nvPicPr>
        <p:blipFill>
          <a:blip r:embed="rId4"/>
          <a:stretch>
            <a:fillRect/>
          </a:stretch>
        </p:blipFill>
        <p:spPr>
          <a:xfrm>
            <a:off x="7536180" y="3574720"/>
            <a:ext cx="1394092" cy="1294972"/>
          </a:xfrm>
          <a:prstGeom prst="rect">
            <a:avLst/>
          </a:prstGeom>
        </p:spPr>
      </p:pic>
      <p:pic>
        <p:nvPicPr>
          <p:cNvPr id="4" name="Picture 3">
            <a:extLst>
              <a:ext uri="{FF2B5EF4-FFF2-40B4-BE49-F238E27FC236}">
                <a16:creationId xmlns:a16="http://schemas.microsoft.com/office/drawing/2014/main" id="{416748A2-9B1D-4F2B-BF4A-52CD80CF6F19}"/>
              </a:ext>
            </a:extLst>
          </p:cNvPr>
          <p:cNvPicPr>
            <a:picLocks noChangeAspect="1"/>
          </p:cNvPicPr>
          <p:nvPr/>
        </p:nvPicPr>
        <p:blipFill>
          <a:blip r:embed="rId5"/>
          <a:stretch>
            <a:fillRect/>
          </a:stretch>
        </p:blipFill>
        <p:spPr>
          <a:xfrm>
            <a:off x="6595020" y="2038725"/>
            <a:ext cx="1318995" cy="1318995"/>
          </a:xfrm>
          <a:prstGeom prst="rect">
            <a:avLst/>
          </a:prstGeom>
        </p:spPr>
      </p:pic>
    </p:spTree>
  </p:cSld>
  <p:clrMapOvr>
    <a:masterClrMapping/>
  </p:clrMapOvr>
</p:sld>
</file>

<file path=ppt/theme/theme1.xml><?xml version="1.0" encoding="utf-8"?>
<a:theme xmlns:a="http://schemas.openxmlformats.org/drawingml/2006/main" name="Generative AI Project Proposal by Slidesgo">
  <a:themeElements>
    <a:clrScheme name="Simple Light">
      <a:dk1>
        <a:srgbClr val="F5F5F5"/>
      </a:dk1>
      <a:lt1>
        <a:srgbClr val="000034"/>
      </a:lt1>
      <a:dk2>
        <a:srgbClr val="FFFF00"/>
      </a:dk2>
      <a:lt2>
        <a:srgbClr val="0FFCF4"/>
      </a:lt2>
      <a:accent1>
        <a:srgbClr val="BAFFFF"/>
      </a:accent1>
      <a:accent2>
        <a:srgbClr val="81B4F3"/>
      </a:accent2>
      <a:accent3>
        <a:srgbClr val="847DFB"/>
      </a:accent3>
      <a:accent4>
        <a:srgbClr val="C242F6"/>
      </a:accent4>
      <a:accent5>
        <a:srgbClr val="9C00B8"/>
      </a:accent5>
      <a:accent6>
        <a:srgbClr val="E06D19"/>
      </a:accent6>
      <a:hlink>
        <a:srgbClr val="F5F5F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892</TotalTime>
  <Words>1166</Words>
  <Application>Microsoft Office PowerPoint</Application>
  <PresentationFormat>On-screen Show (16:9)</PresentationFormat>
  <Paragraphs>213</Paragraphs>
  <Slides>28</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Inter Tight Light</vt:lpstr>
      <vt:lpstr>Heebo</vt:lpstr>
      <vt:lpstr>Anaheim</vt:lpstr>
      <vt:lpstr>Raleway</vt:lpstr>
      <vt:lpstr>Nunito Light</vt:lpstr>
      <vt:lpstr>Inter Tight SemiBold</vt:lpstr>
      <vt:lpstr>PT Sans</vt:lpstr>
      <vt:lpstr>Arial</vt:lpstr>
      <vt:lpstr>Generative AI Project Proposal by Slidesgo</vt:lpstr>
      <vt:lpstr>      AI STOCK    TRADING BOT </vt:lpstr>
      <vt:lpstr> TANIA MANSOOR KHAN UL-BSITM-A-23-27</vt:lpstr>
      <vt:lpstr> Table of Content</vt:lpstr>
      <vt:lpstr>      INTRODUCTION</vt:lpstr>
      <vt:lpstr>Objectives of the project</vt:lpstr>
      <vt:lpstr>OBJECTIVE</vt:lpstr>
      <vt:lpstr> WORKING</vt:lpstr>
      <vt:lpstr>PowerPoint Presentation</vt:lpstr>
      <vt:lpstr>KEY FEATURES</vt:lpstr>
      <vt:lpstr>Login &amp; Registration</vt:lpstr>
      <vt:lpstr> AI Trading Signals (BUY / SELL / HOLD)</vt:lpstr>
      <vt:lpstr>Portfolio Management</vt:lpstr>
      <vt:lpstr>Auto Trading (Simulation Mode)</vt:lpstr>
      <vt:lpstr>AI Chat Assistant</vt:lpstr>
      <vt:lpstr>Backtesting</vt:lpstr>
      <vt:lpstr>(AAPL, TSLA, NVDA, etc.)</vt:lpstr>
      <vt:lpstr>Reinforcement Learning (RL)</vt:lpstr>
      <vt:lpstr>Notifications System</vt:lpstr>
      <vt:lpstr>Technical Indicators (RSI, MACD, Bollinger Bands)</vt:lpstr>
      <vt:lpstr>                           Project data</vt:lpstr>
      <vt:lpstr>Summary</vt:lpstr>
      <vt:lpstr>Technologies Used </vt:lpstr>
      <vt:lpstr>AI &amp; Machine Learning Model </vt:lpstr>
      <vt:lpstr>Advantages</vt:lpstr>
      <vt:lpstr>Future Enhancements</vt:lpstr>
      <vt:lpstr>Results</vt:lpstr>
      <vt:lpstr>Conclusions</vt:lpstr>
      <vt:lpstr>Thanks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 Project Proposal</dc:title>
  <dc:creator>Hinuu</dc:creator>
  <cp:lastModifiedBy>TANIA KHAN</cp:lastModifiedBy>
  <cp:revision>59</cp:revision>
  <dcterms:modified xsi:type="dcterms:W3CDTF">2026-06-07T07:07:05Z</dcterms:modified>
</cp:coreProperties>
</file>